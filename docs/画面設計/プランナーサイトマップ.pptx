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59" r:id="rId5"/>
    <p:sldId id="261" r:id="rId6"/>
    <p:sldId id="260" r:id="rId7"/>
    <p:sldId id="265" r:id="rId8"/>
    <p:sldId id="266" r:id="rId9"/>
    <p:sldId id="262" r:id="rId10"/>
    <p:sldId id="264" r:id="rId11"/>
    <p:sldId id="263" r:id="rId1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17A2E5-C69D-45D2-A7EC-FD1162055E7B}" v="2" dt="2026-08-06T23:29:36.3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58" autoAdjust="0"/>
    <p:restoredTop sz="59449" autoAdjust="0"/>
  </p:normalViewPr>
  <p:slideViewPr>
    <p:cSldViewPr snapToGrid="0">
      <p:cViewPr varScale="1">
        <p:scale>
          <a:sx n="49" d="100"/>
          <a:sy n="49" d="100"/>
        </p:scale>
        <p:origin x="1771"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律依 幸地" userId="70031b1dadd52161" providerId="LiveId" clId="{ACE4732E-73EA-456C-988B-A8C2769C457D}"/>
    <pc:docChg chg="undo custSel addSld delSld modSld sldOrd">
      <pc:chgData name="律依 幸地" userId="70031b1dadd52161" providerId="LiveId" clId="{ACE4732E-73EA-456C-988B-A8C2769C457D}" dt="2026-08-07T00:13:43.368" v="4616" actId="20577"/>
      <pc:docMkLst>
        <pc:docMk/>
      </pc:docMkLst>
      <pc:sldChg chg="addSp delSp modSp mod">
        <pc:chgData name="律依 幸地" userId="70031b1dadd52161" providerId="LiveId" clId="{ACE4732E-73EA-456C-988B-A8C2769C457D}" dt="2026-08-06T23:29:57.373" v="204" actId="20577"/>
        <pc:sldMkLst>
          <pc:docMk/>
          <pc:sldMk cId="548542941" sldId="258"/>
        </pc:sldMkLst>
        <pc:spChg chg="add mod">
          <ac:chgData name="律依 幸地" userId="70031b1dadd52161" providerId="LiveId" clId="{ACE4732E-73EA-456C-988B-A8C2769C457D}" dt="2026-08-06T23:26:27.762" v="1" actId="207"/>
          <ac:spMkLst>
            <pc:docMk/>
            <pc:sldMk cId="548542941" sldId="258"/>
            <ac:spMk id="2" creationId="{C556A65F-EE3A-91C0-7509-F43F57373031}"/>
          </ac:spMkLst>
        </pc:spChg>
        <pc:spChg chg="add mod">
          <ac:chgData name="律依 幸地" userId="70031b1dadd52161" providerId="LiveId" clId="{ACE4732E-73EA-456C-988B-A8C2769C457D}" dt="2026-08-06T23:28:08.217" v="92" actId="20577"/>
          <ac:spMkLst>
            <pc:docMk/>
            <pc:sldMk cId="548542941" sldId="258"/>
            <ac:spMk id="5" creationId="{5F668D92-6018-6207-5CB5-A0BBCAC8D141}"/>
          </ac:spMkLst>
        </pc:spChg>
        <pc:spChg chg="add del mod">
          <ac:chgData name="律依 幸地" userId="70031b1dadd52161" providerId="LiveId" clId="{ACE4732E-73EA-456C-988B-A8C2769C457D}" dt="2026-08-06T23:27:54.909" v="30" actId="21"/>
          <ac:spMkLst>
            <pc:docMk/>
            <pc:sldMk cId="548542941" sldId="258"/>
            <ac:spMk id="6" creationId="{3C082F2D-B2F2-B847-4165-C70FC330FC69}"/>
          </ac:spMkLst>
        </pc:spChg>
        <pc:spChg chg="add del mod">
          <ac:chgData name="律依 幸地" userId="70031b1dadd52161" providerId="LiveId" clId="{ACE4732E-73EA-456C-988B-A8C2769C457D}" dt="2026-08-06T23:27:54.924" v="32"/>
          <ac:spMkLst>
            <pc:docMk/>
            <pc:sldMk cId="548542941" sldId="258"/>
            <ac:spMk id="7" creationId="{0FD42410-AF14-7C62-96AC-2B8F57BC4307}"/>
          </ac:spMkLst>
        </pc:spChg>
        <pc:spChg chg="add mod">
          <ac:chgData name="律依 幸地" userId="70031b1dadd52161" providerId="LiveId" clId="{ACE4732E-73EA-456C-988B-A8C2769C457D}" dt="2026-08-06T23:29:57.373" v="204" actId="20577"/>
          <ac:spMkLst>
            <pc:docMk/>
            <pc:sldMk cId="548542941" sldId="258"/>
            <ac:spMk id="9" creationId="{C27B7D0F-4B69-FEB1-2B09-FB84027C24EB}"/>
          </ac:spMkLst>
        </pc:spChg>
      </pc:sldChg>
      <pc:sldChg chg="addSp modSp add mod ord modNotesTx">
        <pc:chgData name="律依 幸地" userId="70031b1dadd52161" providerId="LiveId" clId="{ACE4732E-73EA-456C-988B-A8C2769C457D}" dt="2026-08-06T23:41:15.523" v="1696"/>
        <pc:sldMkLst>
          <pc:docMk/>
          <pc:sldMk cId="2011856901" sldId="259"/>
        </pc:sldMkLst>
        <pc:spChg chg="mod">
          <ac:chgData name="律依 幸地" userId="70031b1dadd52161" providerId="LiveId" clId="{ACE4732E-73EA-456C-988B-A8C2769C457D}" dt="2026-08-06T23:30:22.484" v="230" actId="20577"/>
          <ac:spMkLst>
            <pc:docMk/>
            <pc:sldMk cId="2011856901" sldId="259"/>
            <ac:spMk id="6" creationId="{0C45CF62-89AE-D80F-0CCF-6B7552BFB91E}"/>
          </ac:spMkLst>
        </pc:spChg>
        <pc:spChg chg="add mod">
          <ac:chgData name="律依 幸地" userId="70031b1dadd52161" providerId="LiveId" clId="{ACE4732E-73EA-456C-988B-A8C2769C457D}" dt="2026-08-06T23:29:22.018" v="166" actId="20577"/>
          <ac:spMkLst>
            <pc:docMk/>
            <pc:sldMk cId="2011856901" sldId="259"/>
            <ac:spMk id="7" creationId="{A019F5D2-5185-234C-B528-ECD928B8EE50}"/>
          </ac:spMkLst>
        </pc:spChg>
        <pc:spChg chg="add mod">
          <ac:chgData name="律依 幸地" userId="70031b1dadd52161" providerId="LiveId" clId="{ACE4732E-73EA-456C-988B-A8C2769C457D}" dt="2026-08-06T23:30:57.886" v="244" actId="20577"/>
          <ac:spMkLst>
            <pc:docMk/>
            <pc:sldMk cId="2011856901" sldId="259"/>
            <ac:spMk id="9" creationId="{3B28F266-7C9B-7CA2-F310-AF2DE7317AFD}"/>
          </ac:spMkLst>
        </pc:spChg>
      </pc:sldChg>
      <pc:sldChg chg="addSp delSp modSp add mod ord modNotesTx">
        <pc:chgData name="律依 幸地" userId="70031b1dadd52161" providerId="LiveId" clId="{ACE4732E-73EA-456C-988B-A8C2769C457D}" dt="2026-08-06T23:49:57.044" v="2393" actId="20577"/>
        <pc:sldMkLst>
          <pc:docMk/>
          <pc:sldMk cId="2915703199" sldId="260"/>
        </pc:sldMkLst>
        <pc:spChg chg="mod">
          <ac:chgData name="律依 幸地" userId="70031b1dadd52161" providerId="LiveId" clId="{ACE4732E-73EA-456C-988B-A8C2769C457D}" dt="2026-08-06T23:36:37.021" v="1134" actId="1076"/>
          <ac:spMkLst>
            <pc:docMk/>
            <pc:sldMk cId="2915703199" sldId="260"/>
            <ac:spMk id="5" creationId="{1322AF6E-4FE9-3752-79BF-D78D1BDA6974}"/>
          </ac:spMkLst>
        </pc:spChg>
        <pc:spChg chg="mod">
          <ac:chgData name="律依 幸地" userId="70031b1dadd52161" providerId="LiveId" clId="{ACE4732E-73EA-456C-988B-A8C2769C457D}" dt="2026-08-06T23:34:56.141" v="982" actId="20577"/>
          <ac:spMkLst>
            <pc:docMk/>
            <pc:sldMk cId="2915703199" sldId="260"/>
            <ac:spMk id="6" creationId="{B7A7C586-C1BF-56A9-F686-0AF9B49F93D7}"/>
          </ac:spMkLst>
        </pc:spChg>
        <pc:spChg chg="add mod">
          <ac:chgData name="律依 幸地" userId="70031b1dadd52161" providerId="LiveId" clId="{ACE4732E-73EA-456C-988B-A8C2769C457D}" dt="2026-08-06T23:36:49.212" v="1140" actId="1076"/>
          <ac:spMkLst>
            <pc:docMk/>
            <pc:sldMk cId="2915703199" sldId="260"/>
            <ac:spMk id="9" creationId="{71EA56D0-CD81-7CD0-264F-E10BF7EF14D0}"/>
          </ac:spMkLst>
        </pc:spChg>
        <pc:spChg chg="add mod">
          <ac:chgData name="律依 幸地" userId="70031b1dadd52161" providerId="LiveId" clId="{ACE4732E-73EA-456C-988B-A8C2769C457D}" dt="2026-08-06T23:40:12.831" v="1681" actId="1076"/>
          <ac:spMkLst>
            <pc:docMk/>
            <pc:sldMk cId="2915703199" sldId="260"/>
            <ac:spMk id="10" creationId="{63037652-FF87-F6A3-D801-62BE262FC914}"/>
          </ac:spMkLst>
        </pc:spChg>
        <pc:spChg chg="add mod">
          <ac:chgData name="律依 幸地" userId="70031b1dadd52161" providerId="LiveId" clId="{ACE4732E-73EA-456C-988B-A8C2769C457D}" dt="2026-08-06T23:40:31.680" v="1686" actId="1076"/>
          <ac:spMkLst>
            <pc:docMk/>
            <pc:sldMk cId="2915703199" sldId="260"/>
            <ac:spMk id="12" creationId="{DDD0C3F3-DAC4-3692-846C-A9B29233A27E}"/>
          </ac:spMkLst>
        </pc:spChg>
        <pc:spChg chg="add mod">
          <ac:chgData name="律依 幸地" userId="70031b1dadd52161" providerId="LiveId" clId="{ACE4732E-73EA-456C-988B-A8C2769C457D}" dt="2026-08-06T23:36:46.401" v="1139" actId="1076"/>
          <ac:spMkLst>
            <pc:docMk/>
            <pc:sldMk cId="2915703199" sldId="260"/>
            <ac:spMk id="14" creationId="{B1A03196-BF4C-67BD-C431-C1DCFCAB4BDA}"/>
          </ac:spMkLst>
        </pc:spChg>
        <pc:spChg chg="add del">
          <ac:chgData name="律依 幸地" userId="70031b1dadd52161" providerId="LiveId" clId="{ACE4732E-73EA-456C-988B-A8C2769C457D}" dt="2026-08-06T23:36:55.170" v="1144" actId="22"/>
          <ac:spMkLst>
            <pc:docMk/>
            <pc:sldMk cId="2915703199" sldId="260"/>
            <ac:spMk id="17" creationId="{E4C4BB84-935E-4014-361A-E09B337E77D2}"/>
          </ac:spMkLst>
        </pc:spChg>
        <pc:spChg chg="add del">
          <ac:chgData name="律依 幸地" userId="70031b1dadd52161" providerId="LiveId" clId="{ACE4732E-73EA-456C-988B-A8C2769C457D}" dt="2026-08-06T23:36:54.785" v="1143" actId="22"/>
          <ac:spMkLst>
            <pc:docMk/>
            <pc:sldMk cId="2915703199" sldId="260"/>
            <ac:spMk id="21" creationId="{7FE2D088-71C0-313E-D0AD-2BF39B33B4CF}"/>
          </ac:spMkLst>
        </pc:spChg>
        <pc:spChg chg="add del">
          <ac:chgData name="律依 幸地" userId="70031b1dadd52161" providerId="LiveId" clId="{ACE4732E-73EA-456C-988B-A8C2769C457D}" dt="2026-08-06T23:37:13.185" v="1146" actId="22"/>
          <ac:spMkLst>
            <pc:docMk/>
            <pc:sldMk cId="2915703199" sldId="260"/>
            <ac:spMk id="25" creationId="{8BA03F66-CA82-F9C2-89CB-7794B4AC9557}"/>
          </ac:spMkLst>
        </pc:spChg>
        <pc:spChg chg="add mod">
          <ac:chgData name="律依 幸地" userId="70031b1dadd52161" providerId="LiveId" clId="{ACE4732E-73EA-456C-988B-A8C2769C457D}" dt="2026-08-06T23:40:52.080" v="1691" actId="14100"/>
          <ac:spMkLst>
            <pc:docMk/>
            <pc:sldMk cId="2915703199" sldId="260"/>
            <ac:spMk id="27" creationId="{02279BA4-236E-0615-56BA-D2DE940208FA}"/>
          </ac:spMkLst>
        </pc:spChg>
        <pc:spChg chg="add mod">
          <ac:chgData name="律依 幸地" userId="70031b1dadd52161" providerId="LiveId" clId="{ACE4732E-73EA-456C-988B-A8C2769C457D}" dt="2026-08-06T23:40:41.641" v="1688" actId="14100"/>
          <ac:spMkLst>
            <pc:docMk/>
            <pc:sldMk cId="2915703199" sldId="260"/>
            <ac:spMk id="29" creationId="{C758B447-DA43-D7E0-950C-3F4559D45440}"/>
          </ac:spMkLst>
        </pc:spChg>
        <pc:spChg chg="add mod">
          <ac:chgData name="律依 幸地" userId="70031b1dadd52161" providerId="LiveId" clId="{ACE4732E-73EA-456C-988B-A8C2769C457D}" dt="2026-08-06T23:40:17.256" v="1682" actId="1076"/>
          <ac:spMkLst>
            <pc:docMk/>
            <pc:sldMk cId="2915703199" sldId="260"/>
            <ac:spMk id="30" creationId="{786DD927-A6D7-DAAE-5D44-1DC88F2039F5}"/>
          </ac:spMkLst>
        </pc:spChg>
        <pc:spChg chg="add mod">
          <ac:chgData name="律依 幸地" userId="70031b1dadd52161" providerId="LiveId" clId="{ACE4732E-73EA-456C-988B-A8C2769C457D}" dt="2026-08-06T23:40:59.715" v="1693" actId="1076"/>
          <ac:spMkLst>
            <pc:docMk/>
            <pc:sldMk cId="2915703199" sldId="260"/>
            <ac:spMk id="32" creationId="{20213F75-FB51-7C33-5931-49C7B95A16F6}"/>
          </ac:spMkLst>
        </pc:spChg>
        <pc:spChg chg="add mod">
          <ac:chgData name="律依 幸地" userId="70031b1dadd52161" providerId="LiveId" clId="{ACE4732E-73EA-456C-988B-A8C2769C457D}" dt="2026-08-06T23:40:55.252" v="1692" actId="1076"/>
          <ac:spMkLst>
            <pc:docMk/>
            <pc:sldMk cId="2915703199" sldId="260"/>
            <ac:spMk id="34" creationId="{101BAE78-A80B-E4D7-A1E9-789719FD3A34}"/>
          </ac:spMkLst>
        </pc:spChg>
      </pc:sldChg>
      <pc:sldChg chg="add del">
        <pc:chgData name="律依 幸地" userId="70031b1dadd52161" providerId="LiveId" clId="{ACE4732E-73EA-456C-988B-A8C2769C457D}" dt="2026-08-06T23:28:47.530" v="116" actId="2696"/>
        <pc:sldMkLst>
          <pc:docMk/>
          <pc:sldMk cId="3921027929" sldId="260"/>
        </pc:sldMkLst>
      </pc:sldChg>
      <pc:sldChg chg="addSp modSp add mod ord modNotesTx">
        <pc:chgData name="律依 幸地" userId="70031b1dadd52161" providerId="LiveId" clId="{ACE4732E-73EA-456C-988B-A8C2769C457D}" dt="2026-08-06T23:41:16.775" v="1698"/>
        <pc:sldMkLst>
          <pc:docMk/>
          <pc:sldMk cId="2266428258" sldId="261"/>
        </pc:sldMkLst>
        <pc:spChg chg="mod">
          <ac:chgData name="律依 幸地" userId="70031b1dadd52161" providerId="LiveId" clId="{ACE4732E-73EA-456C-988B-A8C2769C457D}" dt="2026-08-06T23:33:03.748" v="746" actId="20577"/>
          <ac:spMkLst>
            <pc:docMk/>
            <pc:sldMk cId="2266428258" sldId="261"/>
            <ac:spMk id="6" creationId="{05FF74AE-F568-66EB-5F4B-552CDD228C92}"/>
          </ac:spMkLst>
        </pc:spChg>
        <pc:spChg chg="add mod">
          <ac:chgData name="律依 幸地" userId="70031b1dadd52161" providerId="LiveId" clId="{ACE4732E-73EA-456C-988B-A8C2769C457D}" dt="2026-08-06T23:33:19.334" v="748" actId="207"/>
          <ac:spMkLst>
            <pc:docMk/>
            <pc:sldMk cId="2266428258" sldId="261"/>
            <ac:spMk id="9" creationId="{B501A558-4426-3F0E-8887-FBF28E78237A}"/>
          </ac:spMkLst>
        </pc:spChg>
        <pc:spChg chg="add mod">
          <ac:chgData name="律依 幸地" userId="70031b1dadd52161" providerId="LiveId" clId="{ACE4732E-73EA-456C-988B-A8C2769C457D}" dt="2026-08-06T23:33:56.980" v="769" actId="20577"/>
          <ac:spMkLst>
            <pc:docMk/>
            <pc:sldMk cId="2266428258" sldId="261"/>
            <ac:spMk id="10" creationId="{A9A15A2A-FC55-7509-7536-E98D87D7262E}"/>
          </ac:spMkLst>
        </pc:spChg>
        <pc:spChg chg="add mod">
          <ac:chgData name="律依 幸地" userId="70031b1dadd52161" providerId="LiveId" clId="{ACE4732E-73EA-456C-988B-A8C2769C457D}" dt="2026-08-06T23:34:02.806" v="789" actId="20577"/>
          <ac:spMkLst>
            <pc:docMk/>
            <pc:sldMk cId="2266428258" sldId="261"/>
            <ac:spMk id="12" creationId="{B3B1E838-630A-9293-601B-4ADBD652F30D}"/>
          </ac:spMkLst>
        </pc:spChg>
      </pc:sldChg>
      <pc:sldChg chg="add del">
        <pc:chgData name="律依 幸地" userId="70031b1dadd52161" providerId="LiveId" clId="{ACE4732E-73EA-456C-988B-A8C2769C457D}" dt="2026-08-06T23:28:49.091" v="117" actId="2696"/>
        <pc:sldMkLst>
          <pc:docMk/>
          <pc:sldMk cId="3570609121" sldId="261"/>
        </pc:sldMkLst>
      </pc:sldChg>
      <pc:sldChg chg="addSp modSp add mod modNotesTx">
        <pc:chgData name="律依 幸地" userId="70031b1dadd52161" providerId="LiveId" clId="{ACE4732E-73EA-456C-988B-A8C2769C457D}" dt="2026-08-07T00:10:21.920" v="4009" actId="20577"/>
        <pc:sldMkLst>
          <pc:docMk/>
          <pc:sldMk cId="214562361" sldId="262"/>
        </pc:sldMkLst>
        <pc:spChg chg="add mod">
          <ac:chgData name="律依 幸地" userId="70031b1dadd52161" providerId="LiveId" clId="{ACE4732E-73EA-456C-988B-A8C2769C457D}" dt="2026-08-07T00:07:36.760" v="3531" actId="207"/>
          <ac:spMkLst>
            <pc:docMk/>
            <pc:sldMk cId="214562361" sldId="262"/>
            <ac:spMk id="6" creationId="{9A5892A8-6F9D-B2C2-FF49-BDE51E01674C}"/>
          </ac:spMkLst>
        </pc:spChg>
        <pc:spChg chg="add mod">
          <ac:chgData name="律依 幸地" userId="70031b1dadd52161" providerId="LiveId" clId="{ACE4732E-73EA-456C-988B-A8C2769C457D}" dt="2026-08-07T00:07:53.921" v="3557" actId="14100"/>
          <ac:spMkLst>
            <pc:docMk/>
            <pc:sldMk cId="214562361" sldId="262"/>
            <ac:spMk id="7" creationId="{0FD41BED-96C7-59ED-4F73-155E08076FA6}"/>
          </ac:spMkLst>
        </pc:spChg>
        <pc:spChg chg="add mod">
          <ac:chgData name="律依 幸地" userId="70031b1dadd52161" providerId="LiveId" clId="{ACE4732E-73EA-456C-988B-A8C2769C457D}" dt="2026-08-07T00:08:12.625" v="3594" actId="20577"/>
          <ac:spMkLst>
            <pc:docMk/>
            <pc:sldMk cId="214562361" sldId="262"/>
            <ac:spMk id="10" creationId="{AA4ADE7E-A454-C423-7FD9-A357C7068B65}"/>
          </ac:spMkLst>
        </pc:spChg>
        <pc:spChg chg="add mod">
          <ac:chgData name="律依 幸地" userId="70031b1dadd52161" providerId="LiveId" clId="{ACE4732E-73EA-456C-988B-A8C2769C457D}" dt="2026-08-07T00:08:35.276" v="3628" actId="20577"/>
          <ac:spMkLst>
            <pc:docMk/>
            <pc:sldMk cId="214562361" sldId="262"/>
            <ac:spMk id="11" creationId="{5D89FE45-EF31-3EB5-0227-9796402CDFCA}"/>
          </ac:spMkLst>
        </pc:spChg>
        <pc:spChg chg="add mod">
          <ac:chgData name="律依 幸地" userId="70031b1dadd52161" providerId="LiveId" clId="{ACE4732E-73EA-456C-988B-A8C2769C457D}" dt="2026-08-07T00:09:00.664" v="3658" actId="20577"/>
          <ac:spMkLst>
            <pc:docMk/>
            <pc:sldMk cId="214562361" sldId="262"/>
            <ac:spMk id="12" creationId="{E0A190A9-3DDD-70A6-26AB-139B85EE14FC}"/>
          </ac:spMkLst>
        </pc:spChg>
      </pc:sldChg>
      <pc:sldChg chg="add del">
        <pc:chgData name="律依 幸地" userId="70031b1dadd52161" providerId="LiveId" clId="{ACE4732E-73EA-456C-988B-A8C2769C457D}" dt="2026-08-06T23:28:51.177" v="118" actId="2696"/>
        <pc:sldMkLst>
          <pc:docMk/>
          <pc:sldMk cId="2287943139" sldId="262"/>
        </pc:sldMkLst>
      </pc:sldChg>
      <pc:sldChg chg="add del">
        <pc:chgData name="律依 幸地" userId="70031b1dadd52161" providerId="LiveId" clId="{ACE4732E-73EA-456C-988B-A8C2769C457D}" dt="2026-08-06T23:29:40.851" v="168" actId="2696"/>
        <pc:sldMkLst>
          <pc:docMk/>
          <pc:sldMk cId="2547942582" sldId="262"/>
        </pc:sldMkLst>
      </pc:sldChg>
      <pc:sldChg chg="addSp modSp add mod modNotesTx">
        <pc:chgData name="律依 幸地" userId="70031b1dadd52161" providerId="LiveId" clId="{ACE4732E-73EA-456C-988B-A8C2769C457D}" dt="2026-08-07T00:13:43.368" v="4616" actId="20577"/>
        <pc:sldMkLst>
          <pc:docMk/>
          <pc:sldMk cId="1937391303" sldId="263"/>
        </pc:sldMkLst>
        <pc:spChg chg="add mod">
          <ac:chgData name="律依 幸地" userId="70031b1dadd52161" providerId="LiveId" clId="{ACE4732E-73EA-456C-988B-A8C2769C457D}" dt="2026-08-07T00:12:36.082" v="4399" actId="207"/>
          <ac:spMkLst>
            <pc:docMk/>
            <pc:sldMk cId="1937391303" sldId="263"/>
            <ac:spMk id="6" creationId="{51D5D33D-C1EC-E66E-6510-584A3EACD007}"/>
          </ac:spMkLst>
        </pc:spChg>
        <pc:spChg chg="add mod">
          <ac:chgData name="律依 幸地" userId="70031b1dadd52161" providerId="LiveId" clId="{ACE4732E-73EA-456C-988B-A8C2769C457D}" dt="2026-08-07T00:13:11.083" v="4472" actId="20577"/>
          <ac:spMkLst>
            <pc:docMk/>
            <pc:sldMk cId="1937391303" sldId="263"/>
            <ac:spMk id="7" creationId="{02E1B1CE-201B-FE19-FA67-6821BB871F37}"/>
          </ac:spMkLst>
        </pc:spChg>
      </pc:sldChg>
      <pc:sldChg chg="addSp modSp add mod modNotesTx">
        <pc:chgData name="律依 幸地" userId="70031b1dadd52161" providerId="LiveId" clId="{ACE4732E-73EA-456C-988B-A8C2769C457D}" dt="2026-08-07T00:12:11.462" v="4384" actId="20577"/>
        <pc:sldMkLst>
          <pc:docMk/>
          <pc:sldMk cId="1939630019" sldId="264"/>
        </pc:sldMkLst>
        <pc:spChg chg="add mod">
          <ac:chgData name="律依 幸地" userId="70031b1dadd52161" providerId="LiveId" clId="{ACE4732E-73EA-456C-988B-A8C2769C457D}" dt="2026-08-07T00:10:40.255" v="4036" actId="20577"/>
          <ac:spMkLst>
            <pc:docMk/>
            <pc:sldMk cId="1939630019" sldId="264"/>
            <ac:spMk id="6" creationId="{0E969B26-16A7-20F5-6083-D75DBAFEAB03}"/>
          </ac:spMkLst>
        </pc:spChg>
        <pc:spChg chg="add mod">
          <ac:chgData name="律依 幸地" userId="70031b1dadd52161" providerId="LiveId" clId="{ACE4732E-73EA-456C-988B-A8C2769C457D}" dt="2026-08-07T00:11:12.368" v="4118" actId="20577"/>
          <ac:spMkLst>
            <pc:docMk/>
            <pc:sldMk cId="1939630019" sldId="264"/>
            <ac:spMk id="7" creationId="{FCFF909D-6F18-6030-04C0-F9C9B9942C3E}"/>
          </ac:spMkLst>
        </pc:spChg>
      </pc:sldChg>
      <pc:sldChg chg="addSp delSp modSp add mod ord modNotesTx">
        <pc:chgData name="律依 幸地" userId="70031b1dadd52161" providerId="LiveId" clId="{ACE4732E-73EA-456C-988B-A8C2769C457D}" dt="2026-08-06T23:51:49.217" v="2892" actId="20577"/>
        <pc:sldMkLst>
          <pc:docMk/>
          <pc:sldMk cId="357914895" sldId="265"/>
        </pc:sldMkLst>
        <pc:spChg chg="mod">
          <ac:chgData name="律依 幸地" userId="70031b1dadd52161" providerId="LiveId" clId="{ACE4732E-73EA-456C-988B-A8C2769C457D}" dt="2026-08-06T23:45:58.681" v="1995" actId="1076"/>
          <ac:spMkLst>
            <pc:docMk/>
            <pc:sldMk cId="357914895" sldId="265"/>
            <ac:spMk id="5" creationId="{3F4F26D6-0538-C2C2-788E-5A7EF1F62350}"/>
          </ac:spMkLst>
        </pc:spChg>
        <pc:spChg chg="add mod">
          <ac:chgData name="律依 幸地" userId="70031b1dadd52161" providerId="LiveId" clId="{ACE4732E-73EA-456C-988B-A8C2769C457D}" dt="2026-08-06T23:43:51.083" v="1871" actId="20577"/>
          <ac:spMkLst>
            <pc:docMk/>
            <pc:sldMk cId="357914895" sldId="265"/>
            <ac:spMk id="6" creationId="{F0A035B0-22F4-8203-A403-A0E4A3A663BB}"/>
          </ac:spMkLst>
        </pc:spChg>
        <pc:spChg chg="add mod">
          <ac:chgData name="律依 幸地" userId="70031b1dadd52161" providerId="LiveId" clId="{ACE4732E-73EA-456C-988B-A8C2769C457D}" dt="2026-08-06T23:42:33.329" v="1790" actId="20577"/>
          <ac:spMkLst>
            <pc:docMk/>
            <pc:sldMk cId="357914895" sldId="265"/>
            <ac:spMk id="7" creationId="{A480BB24-D14E-EEA6-9A01-A3E68935B4F7}"/>
          </ac:spMkLst>
        </pc:spChg>
        <pc:spChg chg="add mod">
          <ac:chgData name="律依 幸地" userId="70031b1dadd52161" providerId="LiveId" clId="{ACE4732E-73EA-456C-988B-A8C2769C457D}" dt="2026-08-06T23:42:37.094" v="1802" actId="20577"/>
          <ac:spMkLst>
            <pc:docMk/>
            <pc:sldMk cId="357914895" sldId="265"/>
            <ac:spMk id="11" creationId="{816D048C-69AE-8230-12C4-8A028D6042FC}"/>
          </ac:spMkLst>
        </pc:spChg>
        <pc:spChg chg="add del mod">
          <ac:chgData name="律依 幸地" userId="70031b1dadd52161" providerId="LiveId" clId="{ACE4732E-73EA-456C-988B-A8C2769C457D}" dt="2026-08-06T23:44:02.038" v="1872" actId="21"/>
          <ac:spMkLst>
            <pc:docMk/>
            <pc:sldMk cId="357914895" sldId="265"/>
            <ac:spMk id="12" creationId="{F5AE0E75-A74D-7162-DBEA-7B15036983BF}"/>
          </ac:spMkLst>
        </pc:spChg>
        <pc:spChg chg="add mod">
          <ac:chgData name="律依 幸地" userId="70031b1dadd52161" providerId="LiveId" clId="{ACE4732E-73EA-456C-988B-A8C2769C457D}" dt="2026-08-06T23:44:30.944" v="1896" actId="20577"/>
          <ac:spMkLst>
            <pc:docMk/>
            <pc:sldMk cId="357914895" sldId="265"/>
            <ac:spMk id="14" creationId="{46BD914A-43FB-BBF5-69FE-B6D6EB412E8D}"/>
          </ac:spMkLst>
        </pc:spChg>
        <pc:spChg chg="add mod">
          <ac:chgData name="律依 幸地" userId="70031b1dadd52161" providerId="LiveId" clId="{ACE4732E-73EA-456C-988B-A8C2769C457D}" dt="2026-08-06T23:47:08.697" v="2023" actId="1076"/>
          <ac:spMkLst>
            <pc:docMk/>
            <pc:sldMk cId="357914895" sldId="265"/>
            <ac:spMk id="15" creationId="{7BD19D29-4A4E-6A2C-30D9-6E91B23082F8}"/>
          </ac:spMkLst>
        </pc:spChg>
        <pc:spChg chg="add mod">
          <ac:chgData name="律依 幸地" userId="70031b1dadd52161" providerId="LiveId" clId="{ACE4732E-73EA-456C-988B-A8C2769C457D}" dt="2026-08-06T23:45:36.570" v="1980" actId="20577"/>
          <ac:spMkLst>
            <pc:docMk/>
            <pc:sldMk cId="357914895" sldId="265"/>
            <ac:spMk id="17" creationId="{44804A32-1ADB-DC05-6DBA-D2BC82EF59C2}"/>
          </ac:spMkLst>
        </pc:spChg>
        <pc:spChg chg="add mod">
          <ac:chgData name="律依 幸地" userId="70031b1dadd52161" providerId="LiveId" clId="{ACE4732E-73EA-456C-988B-A8C2769C457D}" dt="2026-08-06T23:45:50.743" v="1993" actId="20577"/>
          <ac:spMkLst>
            <pc:docMk/>
            <pc:sldMk cId="357914895" sldId="265"/>
            <ac:spMk id="19" creationId="{2247A48B-0BCE-531F-3E1D-9D268D63D329}"/>
          </ac:spMkLst>
        </pc:spChg>
        <pc:spChg chg="add mod">
          <ac:chgData name="律依 幸地" userId="70031b1dadd52161" providerId="LiveId" clId="{ACE4732E-73EA-456C-988B-A8C2769C457D}" dt="2026-08-06T23:46:16.296" v="2004" actId="1076"/>
          <ac:spMkLst>
            <pc:docMk/>
            <pc:sldMk cId="357914895" sldId="265"/>
            <ac:spMk id="23" creationId="{3AD379AB-5348-3A48-DE9F-42CC3BE7625C}"/>
          </ac:spMkLst>
        </pc:spChg>
        <pc:spChg chg="add mod">
          <ac:chgData name="律依 幸地" userId="70031b1dadd52161" providerId="LiveId" clId="{ACE4732E-73EA-456C-988B-A8C2769C457D}" dt="2026-08-06T23:46:17.729" v="2005" actId="1076"/>
          <ac:spMkLst>
            <pc:docMk/>
            <pc:sldMk cId="357914895" sldId="265"/>
            <ac:spMk id="26" creationId="{1FDFD841-AD57-490D-57D9-34DD7551387A}"/>
          </ac:spMkLst>
        </pc:spChg>
        <pc:spChg chg="add mod">
          <ac:chgData name="律依 幸地" userId="70031b1dadd52161" providerId="LiveId" clId="{ACE4732E-73EA-456C-988B-A8C2769C457D}" dt="2026-08-06T23:46:22.208" v="2006" actId="1076"/>
          <ac:spMkLst>
            <pc:docMk/>
            <pc:sldMk cId="357914895" sldId="265"/>
            <ac:spMk id="28" creationId="{80FEB96C-F534-2F15-2031-BEF5A3859A40}"/>
          </ac:spMkLst>
        </pc:spChg>
        <pc:spChg chg="add mod">
          <ac:chgData name="律依 幸地" userId="70031b1dadd52161" providerId="LiveId" clId="{ACE4732E-73EA-456C-988B-A8C2769C457D}" dt="2026-08-06T23:46:13.673" v="2003" actId="1076"/>
          <ac:spMkLst>
            <pc:docMk/>
            <pc:sldMk cId="357914895" sldId="265"/>
            <ac:spMk id="30" creationId="{FCC815D5-9C2F-E16C-9B07-EAC60ABD459D}"/>
          </ac:spMkLst>
        </pc:spChg>
        <pc:spChg chg="add mod">
          <ac:chgData name="律依 幸地" userId="70031b1dadd52161" providerId="LiveId" clId="{ACE4732E-73EA-456C-988B-A8C2769C457D}" dt="2026-08-06T23:46:27.875" v="2008" actId="1076"/>
          <ac:spMkLst>
            <pc:docMk/>
            <pc:sldMk cId="357914895" sldId="265"/>
            <ac:spMk id="32" creationId="{966ECAD0-1DF4-6777-A849-A535FFCACEEF}"/>
          </ac:spMkLst>
        </pc:spChg>
        <pc:spChg chg="add del">
          <ac:chgData name="律依 幸地" userId="70031b1dadd52161" providerId="LiveId" clId="{ACE4732E-73EA-456C-988B-A8C2769C457D}" dt="2026-08-06T23:46:33.281" v="2012" actId="22"/>
          <ac:spMkLst>
            <pc:docMk/>
            <pc:sldMk cId="357914895" sldId="265"/>
            <ac:spMk id="34" creationId="{44B89F30-A5F4-8207-7B06-C27498EBABD4}"/>
          </ac:spMkLst>
        </pc:spChg>
        <pc:spChg chg="add del">
          <ac:chgData name="律依 幸地" userId="70031b1dadd52161" providerId="LiveId" clId="{ACE4732E-73EA-456C-988B-A8C2769C457D}" dt="2026-08-06T23:46:33.051" v="2011" actId="22"/>
          <ac:spMkLst>
            <pc:docMk/>
            <pc:sldMk cId="357914895" sldId="265"/>
            <ac:spMk id="36" creationId="{12D4073C-0D16-BA05-52EF-7406796E5263}"/>
          </ac:spMkLst>
        </pc:spChg>
        <pc:spChg chg="add mod">
          <ac:chgData name="律依 幸地" userId="70031b1dadd52161" providerId="LiveId" clId="{ACE4732E-73EA-456C-988B-A8C2769C457D}" dt="2026-08-06T23:47:04.830" v="2022" actId="1076"/>
          <ac:spMkLst>
            <pc:docMk/>
            <pc:sldMk cId="357914895" sldId="265"/>
            <ac:spMk id="38" creationId="{F5FBA257-6590-52B3-D976-3EB6DBF74133}"/>
          </ac:spMkLst>
        </pc:spChg>
        <pc:spChg chg="add mod">
          <ac:chgData name="律依 幸地" userId="70031b1dadd52161" providerId="LiveId" clId="{ACE4732E-73EA-456C-988B-A8C2769C457D}" dt="2026-08-06T23:46:57.002" v="2021" actId="1076"/>
          <ac:spMkLst>
            <pc:docMk/>
            <pc:sldMk cId="357914895" sldId="265"/>
            <ac:spMk id="40" creationId="{0172B31F-E96E-3191-A1D6-BD98D4881042}"/>
          </ac:spMkLst>
        </pc:spChg>
        <pc:spChg chg="add mod">
          <ac:chgData name="律依 幸地" userId="70031b1dadd52161" providerId="LiveId" clId="{ACE4732E-73EA-456C-988B-A8C2769C457D}" dt="2026-08-06T23:46:51.779" v="2020" actId="1076"/>
          <ac:spMkLst>
            <pc:docMk/>
            <pc:sldMk cId="357914895" sldId="265"/>
            <ac:spMk id="42" creationId="{B6EC35AA-D785-835F-DA6B-A4B55C3EB650}"/>
          </ac:spMkLst>
        </pc:spChg>
        <pc:spChg chg="add mod">
          <ac:chgData name="律依 幸地" userId="70031b1dadd52161" providerId="LiveId" clId="{ACE4732E-73EA-456C-988B-A8C2769C457D}" dt="2026-08-06T23:46:48.684" v="2019" actId="1076"/>
          <ac:spMkLst>
            <pc:docMk/>
            <pc:sldMk cId="357914895" sldId="265"/>
            <ac:spMk id="44" creationId="{14401A9E-1FEE-7BE6-ECB7-26A760E150F0}"/>
          </ac:spMkLst>
        </pc:spChg>
        <pc:spChg chg="add mod">
          <ac:chgData name="律依 幸地" userId="70031b1dadd52161" providerId="LiveId" clId="{ACE4732E-73EA-456C-988B-A8C2769C457D}" dt="2026-08-06T23:46:45.771" v="2018" actId="1076"/>
          <ac:spMkLst>
            <pc:docMk/>
            <pc:sldMk cId="357914895" sldId="265"/>
            <ac:spMk id="46" creationId="{588BCD93-6DA6-1D69-5294-F8CB8E982C12}"/>
          </ac:spMkLst>
        </pc:spChg>
        <pc:spChg chg="add mod">
          <ac:chgData name="律依 幸地" userId="70031b1dadd52161" providerId="LiveId" clId="{ACE4732E-73EA-456C-988B-A8C2769C457D}" dt="2026-08-06T23:47:36.623" v="2033" actId="1076"/>
          <ac:spMkLst>
            <pc:docMk/>
            <pc:sldMk cId="357914895" sldId="265"/>
            <ac:spMk id="48" creationId="{99BCD5BE-13F7-2803-5E4F-981FA9578477}"/>
          </ac:spMkLst>
        </pc:spChg>
        <pc:spChg chg="add mod">
          <ac:chgData name="律依 幸地" userId="70031b1dadd52161" providerId="LiveId" clId="{ACE4732E-73EA-456C-988B-A8C2769C457D}" dt="2026-08-06T23:47:31.851" v="2032" actId="1076"/>
          <ac:spMkLst>
            <pc:docMk/>
            <pc:sldMk cId="357914895" sldId="265"/>
            <ac:spMk id="50" creationId="{97FDE4B3-5C67-A5AE-607C-BC90BEC7B26E}"/>
          </ac:spMkLst>
        </pc:spChg>
        <pc:spChg chg="add mod">
          <ac:chgData name="律依 幸地" userId="70031b1dadd52161" providerId="LiveId" clId="{ACE4732E-73EA-456C-988B-A8C2769C457D}" dt="2026-08-06T23:47:27.856" v="2031" actId="1076"/>
          <ac:spMkLst>
            <pc:docMk/>
            <pc:sldMk cId="357914895" sldId="265"/>
            <ac:spMk id="52" creationId="{7BB2F170-D986-2E4F-0F2B-05B02A051ECE}"/>
          </ac:spMkLst>
        </pc:spChg>
        <pc:spChg chg="add mod">
          <ac:chgData name="律依 幸地" userId="70031b1dadd52161" providerId="LiveId" clId="{ACE4732E-73EA-456C-988B-A8C2769C457D}" dt="2026-08-06T23:47:24.499" v="2030" actId="1076"/>
          <ac:spMkLst>
            <pc:docMk/>
            <pc:sldMk cId="357914895" sldId="265"/>
            <ac:spMk id="54" creationId="{EC664160-8379-7B70-8198-C023FB6EABF4}"/>
          </ac:spMkLst>
        </pc:spChg>
        <pc:spChg chg="add mod">
          <ac:chgData name="律依 幸地" userId="70031b1dadd52161" providerId="LiveId" clId="{ACE4732E-73EA-456C-988B-A8C2769C457D}" dt="2026-08-06T23:47:21.140" v="2029" actId="1076"/>
          <ac:spMkLst>
            <pc:docMk/>
            <pc:sldMk cId="357914895" sldId="265"/>
            <ac:spMk id="56" creationId="{E2C9B66A-F910-F5D0-15D0-6FE2A986AA93}"/>
          </ac:spMkLst>
        </pc:spChg>
        <pc:spChg chg="add del">
          <ac:chgData name="律依 幸地" userId="70031b1dadd52161" providerId="LiveId" clId="{ACE4732E-73EA-456C-988B-A8C2769C457D}" dt="2026-08-06T23:48:20.479" v="2045" actId="21"/>
          <ac:spMkLst>
            <pc:docMk/>
            <pc:sldMk cId="357914895" sldId="265"/>
            <ac:spMk id="58" creationId="{E301689B-8140-4D09-1B37-7555D25F1B32}"/>
          </ac:spMkLst>
        </pc:spChg>
        <pc:spChg chg="add mod">
          <ac:chgData name="律依 幸地" userId="70031b1dadd52161" providerId="LiveId" clId="{ACE4732E-73EA-456C-988B-A8C2769C457D}" dt="2026-08-06T23:48:12.623" v="2044" actId="1076"/>
          <ac:spMkLst>
            <pc:docMk/>
            <pc:sldMk cId="357914895" sldId="265"/>
            <ac:spMk id="60" creationId="{A68B3681-9FBA-C492-4849-D33429CB3170}"/>
          </ac:spMkLst>
        </pc:spChg>
        <pc:spChg chg="add mod">
          <ac:chgData name="律依 幸地" userId="70031b1dadd52161" providerId="LiveId" clId="{ACE4732E-73EA-456C-988B-A8C2769C457D}" dt="2026-08-06T23:48:08.036" v="2043" actId="1076"/>
          <ac:spMkLst>
            <pc:docMk/>
            <pc:sldMk cId="357914895" sldId="265"/>
            <ac:spMk id="62" creationId="{F9BC887F-1FBD-9877-7995-81019EF674F0}"/>
          </ac:spMkLst>
        </pc:spChg>
        <pc:spChg chg="add mod">
          <ac:chgData name="律依 幸地" userId="70031b1dadd52161" providerId="LiveId" clId="{ACE4732E-73EA-456C-988B-A8C2769C457D}" dt="2026-08-06T23:48:03.852" v="2042" actId="1076"/>
          <ac:spMkLst>
            <pc:docMk/>
            <pc:sldMk cId="357914895" sldId="265"/>
            <ac:spMk id="64" creationId="{975ECFBC-9FD6-CE60-E5D5-4533A242E3C2}"/>
          </ac:spMkLst>
        </pc:spChg>
        <pc:spChg chg="add mod">
          <ac:chgData name="律依 幸地" userId="70031b1dadd52161" providerId="LiveId" clId="{ACE4732E-73EA-456C-988B-A8C2769C457D}" dt="2026-08-06T23:47:59.848" v="2041" actId="1076"/>
          <ac:spMkLst>
            <pc:docMk/>
            <pc:sldMk cId="357914895" sldId="265"/>
            <ac:spMk id="66" creationId="{764AD434-C80D-8AB8-1BB0-5F73CA9D1537}"/>
          </ac:spMkLst>
        </pc:spChg>
        <pc:spChg chg="add mod">
          <ac:chgData name="律依 幸地" userId="70031b1dadd52161" providerId="LiveId" clId="{ACE4732E-73EA-456C-988B-A8C2769C457D}" dt="2026-08-06T23:47:52.655" v="2040" actId="1076"/>
          <ac:spMkLst>
            <pc:docMk/>
            <pc:sldMk cId="357914895" sldId="265"/>
            <ac:spMk id="68" creationId="{EB0ECBA4-8B2B-1DBA-84C8-918C944DCF11}"/>
          </ac:spMkLst>
        </pc:spChg>
      </pc:sldChg>
      <pc:sldChg chg="addSp delSp modSp add mod ord modNotesTx">
        <pc:chgData name="律依 幸地" userId="70031b1dadd52161" providerId="LiveId" clId="{ACE4732E-73EA-456C-988B-A8C2769C457D}" dt="2026-08-07T00:07:02.194" v="3528" actId="20577"/>
        <pc:sldMkLst>
          <pc:docMk/>
          <pc:sldMk cId="2866076175" sldId="266"/>
        </pc:sldMkLst>
        <pc:spChg chg="mod">
          <ac:chgData name="律依 幸地" userId="70031b1dadd52161" providerId="LiveId" clId="{ACE4732E-73EA-456C-988B-A8C2769C457D}" dt="2026-08-07T00:03:55.496" v="2908" actId="20577"/>
          <ac:spMkLst>
            <pc:docMk/>
            <pc:sldMk cId="2866076175" sldId="266"/>
            <ac:spMk id="6" creationId="{CB79B15C-17BC-68E2-131E-D06B13EABFA7}"/>
          </ac:spMkLst>
        </pc:spChg>
        <pc:spChg chg="add mod">
          <ac:chgData name="律依 幸地" userId="70031b1dadd52161" providerId="LiveId" clId="{ACE4732E-73EA-456C-988B-A8C2769C457D}" dt="2026-08-07T00:04:20.531" v="2942" actId="207"/>
          <ac:spMkLst>
            <pc:docMk/>
            <pc:sldMk cId="2866076175" sldId="266"/>
            <ac:spMk id="10" creationId="{34E3D3C0-A491-940A-6FAE-7B9F5703F23F}"/>
          </ac:spMkLst>
        </pc:spChg>
        <pc:spChg chg="mod">
          <ac:chgData name="律依 幸地" userId="70031b1dadd52161" providerId="LiveId" clId="{ACE4732E-73EA-456C-988B-A8C2769C457D}" dt="2026-08-07T00:03:59.696" v="2909" actId="1076"/>
          <ac:spMkLst>
            <pc:docMk/>
            <pc:sldMk cId="2866076175" sldId="266"/>
            <ac:spMk id="12" creationId="{4ADC1ED8-6FC6-5F1B-0C87-EC6EB9B5783A}"/>
          </ac:spMkLst>
        </pc:spChg>
        <pc:spChg chg="add mod">
          <ac:chgData name="律依 幸地" userId="70031b1dadd52161" providerId="LiveId" clId="{ACE4732E-73EA-456C-988B-A8C2769C457D}" dt="2026-08-07T00:04:41.699" v="2956" actId="20577"/>
          <ac:spMkLst>
            <pc:docMk/>
            <pc:sldMk cId="2866076175" sldId="266"/>
            <ac:spMk id="13" creationId="{DF678E6B-A4FE-230C-F5CC-AED9ED152C17}"/>
          </ac:spMkLst>
        </pc:spChg>
        <pc:spChg chg="add mod">
          <ac:chgData name="律依 幸地" userId="70031b1dadd52161" providerId="LiveId" clId="{ACE4732E-73EA-456C-988B-A8C2769C457D}" dt="2026-08-07T00:04:49.434" v="2958" actId="1076"/>
          <ac:spMkLst>
            <pc:docMk/>
            <pc:sldMk cId="2866076175" sldId="266"/>
            <ac:spMk id="17" creationId="{CE24DB5D-BB77-2EDC-E92D-4FE913A99214}"/>
          </ac:spMkLst>
        </pc:spChg>
        <pc:spChg chg="add del">
          <ac:chgData name="律依 幸地" userId="70031b1dadd52161" providerId="LiveId" clId="{ACE4732E-73EA-456C-988B-A8C2769C457D}" dt="2026-08-07T00:04:53.161" v="2960" actId="22"/>
          <ac:spMkLst>
            <pc:docMk/>
            <pc:sldMk cId="2866076175" sldId="266"/>
            <ac:spMk id="21" creationId="{653237D4-6C9E-F44C-07FA-5B915683E93D}"/>
          </ac:spMkLst>
        </pc:spChg>
        <pc:spChg chg="add mod">
          <ac:chgData name="律依 幸地" userId="70031b1dadd52161" providerId="LiveId" clId="{ACE4732E-73EA-456C-988B-A8C2769C457D}" dt="2026-08-07T00:04:58.986" v="2962" actId="1076"/>
          <ac:spMkLst>
            <pc:docMk/>
            <pc:sldMk cId="2866076175" sldId="266"/>
            <ac:spMk id="25" creationId="{06F18706-34F8-B725-CC7B-3854ECB2B34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16481B-E6CB-4F4A-8FDE-1EFDC35F89DC}" type="datetimeFigureOut">
              <a:rPr kumimoji="1" lang="ja-JP" altLang="en-US" smtClean="0"/>
              <a:t>2026/8/7</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179B47-4466-4017-B245-E2669BF1B577}" type="slidenum">
              <a:rPr kumimoji="1" lang="ja-JP" altLang="en-US" smtClean="0"/>
              <a:t>‹#›</a:t>
            </a:fld>
            <a:endParaRPr kumimoji="1" lang="ja-JP" altLang="en-US"/>
          </a:p>
        </p:txBody>
      </p:sp>
    </p:spTree>
    <p:extLst>
      <p:ext uri="{BB962C8B-B14F-4D97-AF65-F5344CB8AC3E}">
        <p14:creationId xmlns:p14="http://schemas.microsoft.com/office/powerpoint/2010/main" val="396101023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ログイン画面では</a:t>
            </a:r>
            <a:endParaRPr kumimoji="1" lang="en-US" altLang="ja-JP" dirty="0"/>
          </a:p>
          <a:p>
            <a:r>
              <a:rPr kumimoji="1" lang="ja-JP" altLang="en-US" dirty="0"/>
              <a:t>・メールアドレス</a:t>
            </a:r>
            <a:endParaRPr kumimoji="1" lang="en-US" altLang="ja-JP" dirty="0"/>
          </a:p>
          <a:p>
            <a:r>
              <a:rPr kumimoji="1" lang="ja-JP" altLang="en-US" dirty="0"/>
              <a:t>・パスワード</a:t>
            </a:r>
            <a:endParaRPr kumimoji="1" lang="en-US" altLang="ja-JP" dirty="0"/>
          </a:p>
          <a:p>
            <a:r>
              <a:rPr kumimoji="1" lang="ja-JP" altLang="en-US" dirty="0"/>
              <a:t>が必須で</a:t>
            </a:r>
            <a:endParaRPr kumimoji="1" lang="en-US" altLang="ja-JP" dirty="0"/>
          </a:p>
          <a:p>
            <a:endParaRPr kumimoji="1" lang="en-US" altLang="ja-JP" dirty="0"/>
          </a:p>
          <a:p>
            <a:r>
              <a:rPr kumimoji="1" lang="ja-JP" altLang="en-US" dirty="0"/>
              <a:t>機能</a:t>
            </a:r>
            <a:endParaRPr kumimoji="1" lang="en-US" altLang="ja-JP" dirty="0"/>
          </a:p>
          <a:p>
            <a:r>
              <a:rPr kumimoji="1" lang="ja-JP" altLang="en-US" dirty="0"/>
              <a:t>パスワード再設定</a:t>
            </a:r>
            <a:endParaRPr kumimoji="1" lang="en-US" altLang="ja-JP" dirty="0"/>
          </a:p>
          <a:p>
            <a:r>
              <a:rPr kumimoji="1" lang="ja-JP" altLang="en-US" dirty="0"/>
              <a:t>（パスワードを何らかの理由で変更するための場所）</a:t>
            </a:r>
            <a:endParaRPr kumimoji="1" lang="en-US" altLang="ja-JP" dirty="0"/>
          </a:p>
        </p:txBody>
      </p:sp>
      <p:sp>
        <p:nvSpPr>
          <p:cNvPr id="4" name="スライド番号プレースホルダー 3"/>
          <p:cNvSpPr>
            <a:spLocks noGrp="1"/>
          </p:cNvSpPr>
          <p:nvPr>
            <p:ph type="sldNum" sz="quarter" idx="5"/>
          </p:nvPr>
        </p:nvSpPr>
        <p:spPr/>
        <p:txBody>
          <a:bodyPr/>
          <a:lstStyle/>
          <a:p>
            <a:fld id="{35179B47-4466-4017-B245-E2669BF1B577}" type="slidenum">
              <a:rPr kumimoji="1" lang="ja-JP" altLang="en-US" smtClean="0"/>
              <a:t>2</a:t>
            </a:fld>
            <a:endParaRPr kumimoji="1" lang="ja-JP" altLang="en-US"/>
          </a:p>
        </p:txBody>
      </p:sp>
    </p:spTree>
    <p:extLst>
      <p:ext uri="{BB962C8B-B14F-4D97-AF65-F5344CB8AC3E}">
        <p14:creationId xmlns:p14="http://schemas.microsoft.com/office/powerpoint/2010/main" val="4241755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dirty="0"/>
          </a:p>
          <a:p>
            <a:r>
              <a:rPr kumimoji="1" lang="ja-JP" altLang="en-US" dirty="0"/>
              <a:t>ホーム画面</a:t>
            </a:r>
            <a:endParaRPr kumimoji="1" lang="en-US" altLang="ja-JP" dirty="0"/>
          </a:p>
          <a:p>
            <a:r>
              <a:rPr kumimoji="1" lang="ja-JP" altLang="en-US" dirty="0"/>
              <a:t>予定表</a:t>
            </a:r>
            <a:endParaRPr kumimoji="1" lang="en-US" altLang="ja-JP" dirty="0"/>
          </a:p>
          <a:p>
            <a:r>
              <a:rPr kumimoji="1" lang="ja-JP" altLang="en-US" dirty="0"/>
              <a:t>視覚的に式までの道のりをだしいつまでに何を終わらせておくのかの基準を確認しやすく予定を作りやすい</a:t>
            </a:r>
            <a:endParaRPr kumimoji="1" lang="en-US" altLang="ja-JP" dirty="0"/>
          </a:p>
          <a:p>
            <a:r>
              <a:rPr kumimoji="1" lang="ja-JP" altLang="en-US" dirty="0"/>
              <a:t>マイタスクメモではプランナー側のメモ用紙として使うことができる（重要動によって文字の色分けができる）</a:t>
            </a:r>
            <a:endParaRPr kumimoji="1" lang="en-US" altLang="ja-JP" dirty="0"/>
          </a:p>
          <a:p>
            <a:endParaRPr kumimoji="1" lang="en-US" altLang="ja-JP" dirty="0"/>
          </a:p>
          <a:p>
            <a:r>
              <a:rPr kumimoji="1" lang="ja-JP" altLang="en-US" dirty="0"/>
              <a:t>宿題確認</a:t>
            </a:r>
            <a:endParaRPr kumimoji="1" lang="en-US" altLang="ja-JP" dirty="0"/>
          </a:p>
          <a:p>
            <a:r>
              <a:rPr kumimoji="1" lang="ja-JP" altLang="en-US" dirty="0"/>
              <a:t>新郎側の宿題を確認する</a:t>
            </a:r>
            <a:endParaRPr kumimoji="1" lang="en-US" altLang="ja-JP" dirty="0"/>
          </a:p>
          <a:p>
            <a:endParaRPr kumimoji="1" lang="en-US" altLang="ja-JP" dirty="0"/>
          </a:p>
          <a:p>
            <a:r>
              <a:rPr kumimoji="1" lang="ja-JP" altLang="en-US" dirty="0"/>
              <a:t>提出状況確認</a:t>
            </a:r>
            <a:endParaRPr kumimoji="1" lang="en-US" altLang="ja-JP" dirty="0"/>
          </a:p>
          <a:p>
            <a:r>
              <a:rPr kumimoji="1" lang="ja-JP" altLang="en-US" dirty="0"/>
              <a:t>全体として式までに必要な提出物を全体のどれくらい終わっているのかを視覚的に判断する</a:t>
            </a:r>
            <a:endParaRPr kumimoji="1" lang="en-US" altLang="ja-JP" dirty="0"/>
          </a:p>
          <a:p>
            <a:endParaRPr kumimoji="1" lang="en-US" altLang="ja-JP" dirty="0"/>
          </a:p>
          <a:p>
            <a:endParaRPr kumimoji="1" lang="en-US" altLang="ja-JP" dirty="0"/>
          </a:p>
          <a:p>
            <a:r>
              <a:rPr kumimoji="1" lang="ja-JP" altLang="en-US"/>
              <a:t>フォロー記録</a:t>
            </a:r>
            <a:endParaRPr kumimoji="1"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35179B47-4466-4017-B245-E2669BF1B577}" type="slidenum">
              <a:rPr kumimoji="1" lang="ja-JP" altLang="en-US" smtClean="0"/>
              <a:t>3</a:t>
            </a:fld>
            <a:endParaRPr kumimoji="1" lang="ja-JP" altLang="en-US"/>
          </a:p>
        </p:txBody>
      </p:sp>
    </p:spTree>
    <p:extLst>
      <p:ext uri="{BB962C8B-B14F-4D97-AF65-F5344CB8AC3E}">
        <p14:creationId xmlns:p14="http://schemas.microsoft.com/office/powerpoint/2010/main" val="36477501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BF992-B855-B950-C7E1-20C152248D2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02B4CB1-9BE9-7C8B-6B07-C765F0F2CBC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8B18992-1B7C-813E-236C-428A9866C7CE}"/>
              </a:ext>
            </a:extLst>
          </p:cNvPr>
          <p:cNvSpPr>
            <a:spLocks noGrp="1"/>
          </p:cNvSpPr>
          <p:nvPr>
            <p:ph type="body" idx="1"/>
          </p:nvPr>
        </p:nvSpPr>
        <p:spPr/>
        <p:txBody>
          <a:bodyPr/>
          <a:lstStyle/>
          <a:p>
            <a:r>
              <a:rPr kumimoji="1" lang="ja-JP" altLang="en-US" dirty="0"/>
              <a:t>予定表基本はホームでできることと変わらないが</a:t>
            </a:r>
            <a:endParaRPr kumimoji="1" lang="en-US" altLang="ja-JP" dirty="0"/>
          </a:p>
          <a:p>
            <a:endParaRPr kumimoji="1" lang="en-US" altLang="ja-JP" dirty="0"/>
          </a:p>
          <a:p>
            <a:r>
              <a:rPr kumimoji="1" lang="ja-JP" altLang="en-US" dirty="0"/>
              <a:t>カレンダー</a:t>
            </a:r>
            <a:endParaRPr kumimoji="1" lang="en-US" altLang="ja-JP" dirty="0"/>
          </a:p>
          <a:p>
            <a:r>
              <a:rPr kumimoji="1" lang="ja-JP" altLang="en-US" dirty="0"/>
              <a:t>ここではカレンダーの様になっていて式までの残り時間やいつどこまでにどの予定をやるのかを明確にする</a:t>
            </a:r>
            <a:endParaRPr kumimoji="1" lang="en-US" altLang="ja-JP" dirty="0"/>
          </a:p>
          <a:p>
            <a:endParaRPr kumimoji="1" lang="en-US" altLang="ja-JP" dirty="0"/>
          </a:p>
          <a:p>
            <a:r>
              <a:rPr kumimoji="1" lang="ja-JP" altLang="en-US" dirty="0"/>
              <a:t>特徴</a:t>
            </a:r>
            <a:endParaRPr kumimoji="1" lang="en-US" altLang="ja-JP" dirty="0"/>
          </a:p>
          <a:p>
            <a:r>
              <a:rPr kumimoji="1" lang="ja-JP" altLang="en-US" dirty="0"/>
              <a:t>視覚的にわかりやすくすることによってその日の行動を明確にし確認が容易になる</a:t>
            </a:r>
            <a:endParaRPr kumimoji="1" lang="en-US" altLang="ja-JP" dirty="0"/>
          </a:p>
          <a:p>
            <a:endParaRPr kumimoji="1" lang="en-US" altLang="ja-JP" dirty="0"/>
          </a:p>
        </p:txBody>
      </p:sp>
      <p:sp>
        <p:nvSpPr>
          <p:cNvPr id="4" name="スライド番号プレースホルダー 3">
            <a:extLst>
              <a:ext uri="{FF2B5EF4-FFF2-40B4-BE49-F238E27FC236}">
                <a16:creationId xmlns:a16="http://schemas.microsoft.com/office/drawing/2014/main" id="{6947BB8E-CD46-1D19-9429-2DDAFC14B1D9}"/>
              </a:ext>
            </a:extLst>
          </p:cNvPr>
          <p:cNvSpPr>
            <a:spLocks noGrp="1"/>
          </p:cNvSpPr>
          <p:nvPr>
            <p:ph type="sldNum" sz="quarter" idx="5"/>
          </p:nvPr>
        </p:nvSpPr>
        <p:spPr/>
        <p:txBody>
          <a:bodyPr/>
          <a:lstStyle/>
          <a:p>
            <a:fld id="{35179B47-4466-4017-B245-E2669BF1B577}" type="slidenum">
              <a:rPr kumimoji="1" lang="ja-JP" altLang="en-US" smtClean="0"/>
              <a:t>4</a:t>
            </a:fld>
            <a:endParaRPr kumimoji="1" lang="ja-JP" altLang="en-US"/>
          </a:p>
        </p:txBody>
      </p:sp>
    </p:spTree>
    <p:extLst>
      <p:ext uri="{BB962C8B-B14F-4D97-AF65-F5344CB8AC3E}">
        <p14:creationId xmlns:p14="http://schemas.microsoft.com/office/powerpoint/2010/main" val="35672945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7DF37-6EDE-9558-1FA9-A58D3B488E4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CC293C5-3B1E-1F5B-BD5F-05F305174AE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72BE17E-0A97-56F9-4F91-64E2D14161B9}"/>
              </a:ext>
            </a:extLst>
          </p:cNvPr>
          <p:cNvSpPr>
            <a:spLocks noGrp="1"/>
          </p:cNvSpPr>
          <p:nvPr>
            <p:ph type="body" idx="1"/>
          </p:nvPr>
        </p:nvSpPr>
        <p:spPr/>
        <p:txBody>
          <a:bodyPr/>
          <a:lstStyle/>
          <a:p>
            <a:r>
              <a:rPr kumimoji="1" lang="ja-JP" altLang="en-US" dirty="0"/>
              <a:t>ホームとできることはほぼ同じで</a:t>
            </a:r>
            <a:endParaRPr kumimoji="1" lang="en-US" altLang="ja-JP" dirty="0"/>
          </a:p>
          <a:p>
            <a:r>
              <a:rPr kumimoji="1" lang="ja-JP" altLang="en-US" dirty="0"/>
              <a:t>マイタスクメモを自分がわかりやすい　項目で振り分け仕事の遅れを軽減する</a:t>
            </a:r>
          </a:p>
        </p:txBody>
      </p:sp>
      <p:sp>
        <p:nvSpPr>
          <p:cNvPr id="4" name="スライド番号プレースホルダー 3">
            <a:extLst>
              <a:ext uri="{FF2B5EF4-FFF2-40B4-BE49-F238E27FC236}">
                <a16:creationId xmlns:a16="http://schemas.microsoft.com/office/drawing/2014/main" id="{3B175D11-E6D8-DE47-E0DF-15833FB056D4}"/>
              </a:ext>
            </a:extLst>
          </p:cNvPr>
          <p:cNvSpPr>
            <a:spLocks noGrp="1"/>
          </p:cNvSpPr>
          <p:nvPr>
            <p:ph type="sldNum" sz="quarter" idx="5"/>
          </p:nvPr>
        </p:nvSpPr>
        <p:spPr/>
        <p:txBody>
          <a:bodyPr/>
          <a:lstStyle/>
          <a:p>
            <a:fld id="{35179B47-4466-4017-B245-E2669BF1B577}" type="slidenum">
              <a:rPr kumimoji="1" lang="ja-JP" altLang="en-US" smtClean="0"/>
              <a:t>5</a:t>
            </a:fld>
            <a:endParaRPr kumimoji="1" lang="ja-JP" altLang="en-US"/>
          </a:p>
        </p:txBody>
      </p:sp>
    </p:spTree>
    <p:extLst>
      <p:ext uri="{BB962C8B-B14F-4D97-AF65-F5344CB8AC3E}">
        <p14:creationId xmlns:p14="http://schemas.microsoft.com/office/powerpoint/2010/main" val="5585341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9D5F2-4C17-47A5-DD91-51DEAD8AB92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E84813D-1C7E-7155-BC96-224DE0B7E7D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CF5284C-2AEE-F635-3CC6-C7094086801E}"/>
              </a:ext>
            </a:extLst>
          </p:cNvPr>
          <p:cNvSpPr>
            <a:spLocks noGrp="1"/>
          </p:cNvSpPr>
          <p:nvPr>
            <p:ph type="body" idx="1"/>
          </p:nvPr>
        </p:nvSpPr>
        <p:spPr/>
        <p:txBody>
          <a:bodyPr/>
          <a:lstStyle/>
          <a:p>
            <a:r>
              <a:rPr kumimoji="1" lang="ja-JP" altLang="en-US" dirty="0"/>
              <a:t>宿題確認では新郎から提出された宿題を自分で開いてその内容を確認する</a:t>
            </a:r>
            <a:endParaRPr kumimoji="1" lang="en-US" altLang="ja-JP" dirty="0"/>
          </a:p>
          <a:p>
            <a:r>
              <a:rPr kumimoji="1" lang="ja-JP" altLang="en-US" dirty="0"/>
              <a:t>・記入漏れ　など提出不可とする</a:t>
            </a:r>
            <a:endParaRPr kumimoji="1" lang="en-US" altLang="ja-JP" dirty="0"/>
          </a:p>
          <a:p>
            <a:r>
              <a:rPr kumimoji="1" lang="ja-JP" altLang="en-US" dirty="0"/>
              <a:t>記入された内容があっているのかを確認しもし確認が必要なら順次次の打ち合わせで確認する内容を明確にする</a:t>
            </a:r>
            <a:endParaRPr kumimoji="1" lang="en-US" altLang="ja-JP" dirty="0"/>
          </a:p>
          <a:p>
            <a:r>
              <a:rPr kumimoji="1" lang="ja-JP" altLang="en-US" dirty="0"/>
              <a:t>記入された内容が間違っている場合は再提出とする</a:t>
            </a:r>
            <a:endParaRPr kumimoji="1" lang="en-US" altLang="ja-JP" dirty="0"/>
          </a:p>
          <a:p>
            <a:endParaRPr kumimoji="1" lang="en-US" altLang="ja-JP" dirty="0"/>
          </a:p>
          <a:p>
            <a:r>
              <a:rPr kumimoji="1" lang="ja-JP" altLang="en-US" dirty="0"/>
              <a:t>一度提出確認がされている物も再度みることが可能</a:t>
            </a:r>
            <a:endParaRPr kumimoji="1" lang="en-US" altLang="ja-JP" dirty="0"/>
          </a:p>
        </p:txBody>
      </p:sp>
      <p:sp>
        <p:nvSpPr>
          <p:cNvPr id="4" name="スライド番号プレースホルダー 3">
            <a:extLst>
              <a:ext uri="{FF2B5EF4-FFF2-40B4-BE49-F238E27FC236}">
                <a16:creationId xmlns:a16="http://schemas.microsoft.com/office/drawing/2014/main" id="{3DA2AE6C-7907-98E4-C3CA-1CECA3677067}"/>
              </a:ext>
            </a:extLst>
          </p:cNvPr>
          <p:cNvSpPr>
            <a:spLocks noGrp="1"/>
          </p:cNvSpPr>
          <p:nvPr>
            <p:ph type="sldNum" sz="quarter" idx="5"/>
          </p:nvPr>
        </p:nvSpPr>
        <p:spPr/>
        <p:txBody>
          <a:bodyPr/>
          <a:lstStyle/>
          <a:p>
            <a:fld id="{35179B47-4466-4017-B245-E2669BF1B577}" type="slidenum">
              <a:rPr kumimoji="1" lang="ja-JP" altLang="en-US" smtClean="0"/>
              <a:t>6</a:t>
            </a:fld>
            <a:endParaRPr kumimoji="1" lang="ja-JP" altLang="en-US"/>
          </a:p>
        </p:txBody>
      </p:sp>
    </p:spTree>
    <p:extLst>
      <p:ext uri="{BB962C8B-B14F-4D97-AF65-F5344CB8AC3E}">
        <p14:creationId xmlns:p14="http://schemas.microsoft.com/office/powerpoint/2010/main" val="25328883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B60BB-7408-E1DD-CA83-09C9E432339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F52C676-3791-0427-CF00-F7FC7A58E55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19D84D9-81C7-3072-40B7-FE91BC1C677F}"/>
              </a:ext>
            </a:extLst>
          </p:cNvPr>
          <p:cNvSpPr>
            <a:spLocks noGrp="1"/>
          </p:cNvSpPr>
          <p:nvPr>
            <p:ph type="body" idx="1"/>
          </p:nvPr>
        </p:nvSpPr>
        <p:spPr/>
        <p:txBody>
          <a:bodyPr/>
          <a:lstStyle/>
          <a:p>
            <a:r>
              <a:rPr kumimoji="1" lang="ja-JP" altLang="en-US" dirty="0"/>
              <a:t>提出状況確認（確認済みの画面）</a:t>
            </a:r>
            <a:endParaRPr kumimoji="1" lang="en-US" altLang="ja-JP" dirty="0"/>
          </a:p>
          <a:p>
            <a:r>
              <a:rPr kumimoji="1" lang="ja-JP" altLang="en-US" dirty="0"/>
              <a:t>・宿題名</a:t>
            </a:r>
            <a:endParaRPr kumimoji="1" lang="en-US" altLang="ja-JP" dirty="0"/>
          </a:p>
          <a:p>
            <a:r>
              <a:rPr kumimoji="1" lang="ja-JP" altLang="en-US" dirty="0"/>
              <a:t>・提出日</a:t>
            </a:r>
            <a:endParaRPr kumimoji="1" lang="en-US" altLang="ja-JP" dirty="0"/>
          </a:p>
          <a:p>
            <a:r>
              <a:rPr kumimoji="1" lang="ja-JP" altLang="en-US" dirty="0"/>
              <a:t>・再提出の要求</a:t>
            </a:r>
            <a:endParaRPr kumimoji="1" lang="en-US" altLang="ja-JP" dirty="0"/>
          </a:p>
          <a:p>
            <a:r>
              <a:rPr kumimoji="1" lang="ja-JP" altLang="en-US" dirty="0"/>
              <a:t>・ピン止めの機能がある</a:t>
            </a:r>
            <a:endParaRPr kumimoji="1" lang="en-US" altLang="ja-JP" dirty="0"/>
          </a:p>
          <a:p>
            <a:endParaRPr kumimoji="1" lang="en-US" altLang="ja-JP" dirty="0"/>
          </a:p>
          <a:p>
            <a:endParaRPr kumimoji="1" lang="en-US" altLang="ja-JP" dirty="0"/>
          </a:p>
          <a:p>
            <a:r>
              <a:rPr kumimoji="1" lang="ja-JP" altLang="en-US" dirty="0"/>
              <a:t>再提出の要求では</a:t>
            </a:r>
            <a:endParaRPr kumimoji="1" lang="en-US" altLang="ja-JP" dirty="0"/>
          </a:p>
          <a:p>
            <a:r>
              <a:rPr kumimoji="1" lang="ja-JP" altLang="en-US" dirty="0"/>
              <a:t>一度提出を確認してても再度確認した際の不備がある場合の要求である</a:t>
            </a:r>
            <a:endParaRPr kumimoji="1" lang="en-US" altLang="ja-JP" dirty="0"/>
          </a:p>
          <a:p>
            <a:r>
              <a:rPr kumimoji="1" lang="ja-JP" altLang="en-US" dirty="0"/>
              <a:t>ピン止め</a:t>
            </a:r>
            <a:endParaRPr kumimoji="1" lang="en-US" altLang="ja-JP" dirty="0"/>
          </a:p>
          <a:p>
            <a:r>
              <a:rPr kumimoji="1" lang="ja-JP" altLang="en-US" dirty="0"/>
              <a:t>自分が判断ができない場合やまた早く再確認が必要など適度に応じた優先順位をつけてピン止めが可能</a:t>
            </a:r>
            <a:endParaRPr kumimoji="1" lang="en-US" altLang="ja-JP" dirty="0"/>
          </a:p>
        </p:txBody>
      </p:sp>
      <p:sp>
        <p:nvSpPr>
          <p:cNvPr id="4" name="スライド番号プレースホルダー 3">
            <a:extLst>
              <a:ext uri="{FF2B5EF4-FFF2-40B4-BE49-F238E27FC236}">
                <a16:creationId xmlns:a16="http://schemas.microsoft.com/office/drawing/2014/main" id="{6DE47E6D-3D8B-D68F-7912-97DC92D8454E}"/>
              </a:ext>
            </a:extLst>
          </p:cNvPr>
          <p:cNvSpPr>
            <a:spLocks noGrp="1"/>
          </p:cNvSpPr>
          <p:nvPr>
            <p:ph type="sldNum" sz="quarter" idx="5"/>
          </p:nvPr>
        </p:nvSpPr>
        <p:spPr/>
        <p:txBody>
          <a:bodyPr/>
          <a:lstStyle/>
          <a:p>
            <a:fld id="{35179B47-4466-4017-B245-E2669BF1B577}" type="slidenum">
              <a:rPr kumimoji="1" lang="ja-JP" altLang="en-US" smtClean="0"/>
              <a:t>7</a:t>
            </a:fld>
            <a:endParaRPr kumimoji="1" lang="ja-JP" altLang="en-US"/>
          </a:p>
        </p:txBody>
      </p:sp>
    </p:spTree>
    <p:extLst>
      <p:ext uri="{BB962C8B-B14F-4D97-AF65-F5344CB8AC3E}">
        <p14:creationId xmlns:p14="http://schemas.microsoft.com/office/powerpoint/2010/main" val="28985275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6D2CAF-D562-E1E7-F34A-2A51AD424DF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BC6B040-4C30-39FE-AE7D-158CEE82D9D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7C09878-3DA3-E8A2-F818-B092D74B340B}"/>
              </a:ext>
            </a:extLst>
          </p:cNvPr>
          <p:cNvSpPr>
            <a:spLocks noGrp="1"/>
          </p:cNvSpPr>
          <p:nvPr>
            <p:ph type="body" idx="1"/>
          </p:nvPr>
        </p:nvSpPr>
        <p:spPr/>
        <p:txBody>
          <a:bodyPr/>
          <a:lstStyle/>
          <a:p>
            <a:r>
              <a:rPr kumimoji="1" lang="ja-JP" altLang="en-US" dirty="0"/>
              <a:t>提出状況確認（未提出）の場合の画面</a:t>
            </a:r>
            <a:endParaRPr kumimoji="1" lang="en-US" altLang="ja-JP" dirty="0"/>
          </a:p>
          <a:p>
            <a:r>
              <a:rPr kumimoji="1" lang="ja-JP" altLang="en-US" dirty="0"/>
              <a:t>・宿題名</a:t>
            </a:r>
            <a:endParaRPr kumimoji="1" lang="en-US" altLang="ja-JP" dirty="0"/>
          </a:p>
          <a:p>
            <a:r>
              <a:rPr kumimoji="1" lang="ja-JP" altLang="en-US" dirty="0"/>
              <a:t>・提出締め切り</a:t>
            </a:r>
            <a:endParaRPr kumimoji="1" lang="en-US" altLang="ja-JP" dirty="0"/>
          </a:p>
          <a:p>
            <a:r>
              <a:rPr kumimoji="1" lang="ja-JP" altLang="en-US" dirty="0"/>
              <a:t>・お知らせ</a:t>
            </a:r>
            <a:endParaRPr kumimoji="1" lang="en-US" altLang="ja-JP" dirty="0"/>
          </a:p>
          <a:p>
            <a:r>
              <a:rPr kumimoji="1" lang="ja-JP" altLang="en-US" dirty="0"/>
              <a:t>の機能があり（追加もあるかも）</a:t>
            </a:r>
            <a:endParaRPr kumimoji="1" lang="en-US" altLang="ja-JP" dirty="0"/>
          </a:p>
          <a:p>
            <a:endParaRPr kumimoji="1" lang="en-US" altLang="ja-JP" dirty="0"/>
          </a:p>
          <a:p>
            <a:endParaRPr kumimoji="1" lang="en-US" altLang="ja-JP" dirty="0"/>
          </a:p>
          <a:p>
            <a:r>
              <a:rPr kumimoji="1" lang="ja-JP" altLang="en-US" dirty="0"/>
              <a:t>提出の締め切り日が近いほど色で締め切りまじかを表し優先して上に表示される</a:t>
            </a:r>
            <a:endParaRPr kumimoji="1" lang="en-US" altLang="ja-JP" dirty="0"/>
          </a:p>
          <a:p>
            <a:endParaRPr kumimoji="1" lang="en-US" altLang="ja-JP" dirty="0"/>
          </a:p>
          <a:p>
            <a:r>
              <a:rPr kumimoji="1" lang="ja-JP" altLang="en-US" dirty="0"/>
              <a:t>おしらせでは　提出締め切り日が近いものや早めに提出が欲しい物を相手側に通知することができる</a:t>
            </a:r>
            <a:endParaRPr kumimoji="1" lang="en-US" altLang="ja-JP" dirty="0"/>
          </a:p>
        </p:txBody>
      </p:sp>
      <p:sp>
        <p:nvSpPr>
          <p:cNvPr id="4" name="スライド番号プレースホルダー 3">
            <a:extLst>
              <a:ext uri="{FF2B5EF4-FFF2-40B4-BE49-F238E27FC236}">
                <a16:creationId xmlns:a16="http://schemas.microsoft.com/office/drawing/2014/main" id="{5609CA5B-BE7D-A033-30DA-1CBFA2288C73}"/>
              </a:ext>
            </a:extLst>
          </p:cNvPr>
          <p:cNvSpPr>
            <a:spLocks noGrp="1"/>
          </p:cNvSpPr>
          <p:nvPr>
            <p:ph type="sldNum" sz="quarter" idx="5"/>
          </p:nvPr>
        </p:nvSpPr>
        <p:spPr/>
        <p:txBody>
          <a:bodyPr/>
          <a:lstStyle/>
          <a:p>
            <a:fld id="{35179B47-4466-4017-B245-E2669BF1B577}" type="slidenum">
              <a:rPr kumimoji="1" lang="ja-JP" altLang="en-US" smtClean="0"/>
              <a:t>8</a:t>
            </a:fld>
            <a:endParaRPr kumimoji="1" lang="ja-JP" altLang="en-US"/>
          </a:p>
        </p:txBody>
      </p:sp>
    </p:spTree>
    <p:extLst>
      <p:ext uri="{BB962C8B-B14F-4D97-AF65-F5344CB8AC3E}">
        <p14:creationId xmlns:p14="http://schemas.microsoft.com/office/powerpoint/2010/main" val="7672336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C5BCA-4798-E75A-C2F7-DA49722F414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EF0E671-F9B2-15BB-76DF-A18DEFA8843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ECAEFFF-2D9D-E574-C7F4-22D2D1B2AEEA}"/>
              </a:ext>
            </a:extLst>
          </p:cNvPr>
          <p:cNvSpPr>
            <a:spLocks noGrp="1"/>
          </p:cNvSpPr>
          <p:nvPr>
            <p:ph type="body" idx="1"/>
          </p:nvPr>
        </p:nvSpPr>
        <p:spPr/>
        <p:txBody>
          <a:bodyPr/>
          <a:lstStyle/>
          <a:p>
            <a:r>
              <a:rPr kumimoji="1" lang="ja-JP" altLang="en-US" dirty="0"/>
              <a:t>フォロー記録入力では新郎側からの質問事項プランナーが変身する場所である</a:t>
            </a:r>
            <a:endParaRPr kumimoji="1" lang="en-US" altLang="ja-JP" dirty="0"/>
          </a:p>
          <a:p>
            <a:r>
              <a:rPr kumimoji="1" lang="ja-JP" altLang="en-US" dirty="0"/>
              <a:t>相手の質問</a:t>
            </a:r>
            <a:endParaRPr kumimoji="1" lang="en-US" altLang="ja-JP" dirty="0"/>
          </a:p>
          <a:p>
            <a:r>
              <a:rPr kumimoji="1" lang="ja-JP" altLang="en-US" dirty="0"/>
              <a:t>それに対するプランナー側の答え</a:t>
            </a:r>
            <a:endParaRPr kumimoji="1" lang="en-US" altLang="ja-JP" dirty="0"/>
          </a:p>
          <a:p>
            <a:r>
              <a:rPr kumimoji="1" lang="ja-JP" altLang="en-US" dirty="0"/>
              <a:t>送信</a:t>
            </a:r>
            <a:endParaRPr kumimoji="1" lang="en-US" altLang="ja-JP" dirty="0"/>
          </a:p>
          <a:p>
            <a:r>
              <a:rPr kumimoji="1" lang="ja-JP" altLang="en-US" dirty="0"/>
              <a:t>間違って送信した場合も送信をとり消し再度送信可能</a:t>
            </a:r>
            <a:endParaRPr kumimoji="1" lang="en-US" altLang="ja-JP" dirty="0"/>
          </a:p>
        </p:txBody>
      </p:sp>
      <p:sp>
        <p:nvSpPr>
          <p:cNvPr id="4" name="スライド番号プレースホルダー 3">
            <a:extLst>
              <a:ext uri="{FF2B5EF4-FFF2-40B4-BE49-F238E27FC236}">
                <a16:creationId xmlns:a16="http://schemas.microsoft.com/office/drawing/2014/main" id="{131B46F1-0D88-A106-A328-DF02C221EE2B}"/>
              </a:ext>
            </a:extLst>
          </p:cNvPr>
          <p:cNvSpPr>
            <a:spLocks noGrp="1"/>
          </p:cNvSpPr>
          <p:nvPr>
            <p:ph type="sldNum" sz="quarter" idx="5"/>
          </p:nvPr>
        </p:nvSpPr>
        <p:spPr/>
        <p:txBody>
          <a:bodyPr/>
          <a:lstStyle/>
          <a:p>
            <a:fld id="{35179B47-4466-4017-B245-E2669BF1B577}" type="slidenum">
              <a:rPr kumimoji="1" lang="ja-JP" altLang="en-US" smtClean="0"/>
              <a:t>9</a:t>
            </a:fld>
            <a:endParaRPr kumimoji="1" lang="ja-JP" altLang="en-US"/>
          </a:p>
        </p:txBody>
      </p:sp>
    </p:spTree>
    <p:extLst>
      <p:ext uri="{BB962C8B-B14F-4D97-AF65-F5344CB8AC3E}">
        <p14:creationId xmlns:p14="http://schemas.microsoft.com/office/powerpoint/2010/main" val="2182004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3BB9D-8EF5-626E-D5D1-FE9D028C7E6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131ECF3-C39D-3218-E466-652F5953FD0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E931972-09E7-1918-73A3-ED888FDA8768}"/>
              </a:ext>
            </a:extLst>
          </p:cNvPr>
          <p:cNvSpPr>
            <a:spLocks noGrp="1"/>
          </p:cNvSpPr>
          <p:nvPr>
            <p:ph type="body" idx="1"/>
          </p:nvPr>
        </p:nvSpPr>
        <p:spPr/>
        <p:txBody>
          <a:bodyPr/>
          <a:lstStyle/>
          <a:p>
            <a:r>
              <a:rPr kumimoji="1" lang="ja-JP" altLang="en-US" dirty="0"/>
              <a:t>打合せ準備シート</a:t>
            </a:r>
            <a:endParaRPr kumimoji="1" lang="en-US" altLang="ja-JP" dirty="0"/>
          </a:p>
          <a:p>
            <a:r>
              <a:rPr kumimoji="1" lang="ja-JP" altLang="en-US" dirty="0"/>
              <a:t>次の打ち合わせ日の日数やそれに伴いの持参する物や</a:t>
            </a:r>
            <a:endParaRPr kumimoji="1" lang="en-US" altLang="ja-JP" dirty="0"/>
          </a:p>
          <a:p>
            <a:r>
              <a:rPr kumimoji="1" lang="ja-JP" altLang="en-US" dirty="0"/>
              <a:t>先走っての必要書類（宿題）の提出をその日のいつまでなのかを求めるもの</a:t>
            </a:r>
            <a:endParaRPr kumimoji="1" lang="en-US" altLang="ja-JP" dirty="0"/>
          </a:p>
        </p:txBody>
      </p:sp>
      <p:sp>
        <p:nvSpPr>
          <p:cNvPr id="4" name="スライド番号プレースホルダー 3">
            <a:extLst>
              <a:ext uri="{FF2B5EF4-FFF2-40B4-BE49-F238E27FC236}">
                <a16:creationId xmlns:a16="http://schemas.microsoft.com/office/drawing/2014/main" id="{375A7E1E-307A-A80A-01BC-9B0A77132B55}"/>
              </a:ext>
            </a:extLst>
          </p:cNvPr>
          <p:cNvSpPr>
            <a:spLocks noGrp="1"/>
          </p:cNvSpPr>
          <p:nvPr>
            <p:ph type="sldNum" sz="quarter" idx="5"/>
          </p:nvPr>
        </p:nvSpPr>
        <p:spPr/>
        <p:txBody>
          <a:bodyPr/>
          <a:lstStyle/>
          <a:p>
            <a:fld id="{35179B47-4466-4017-B245-E2669BF1B577}" type="slidenum">
              <a:rPr kumimoji="1" lang="ja-JP" altLang="en-US" smtClean="0"/>
              <a:t>10</a:t>
            </a:fld>
            <a:endParaRPr kumimoji="1" lang="ja-JP" altLang="en-US"/>
          </a:p>
        </p:txBody>
      </p:sp>
    </p:spTree>
    <p:extLst>
      <p:ext uri="{BB962C8B-B14F-4D97-AF65-F5344CB8AC3E}">
        <p14:creationId xmlns:p14="http://schemas.microsoft.com/office/powerpoint/2010/main" val="10448863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3A13F-BFDA-E25F-F5DF-BE43FDDA646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8B9ED9E-28E8-A83C-7DEE-BE0720B82A5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1B80B00-4A90-0F84-8931-A6BE15B2568D}"/>
              </a:ext>
            </a:extLst>
          </p:cNvPr>
          <p:cNvSpPr>
            <a:spLocks noGrp="1"/>
          </p:cNvSpPr>
          <p:nvPr>
            <p:ph type="body" idx="1"/>
          </p:nvPr>
        </p:nvSpPr>
        <p:spPr/>
        <p:txBody>
          <a:bodyPr/>
          <a:lstStyle/>
          <a:p>
            <a:r>
              <a:rPr kumimoji="1" lang="ja-JP" altLang="en-US" dirty="0"/>
              <a:t>お知らせ</a:t>
            </a:r>
            <a:endParaRPr kumimoji="1" lang="en-US" altLang="ja-JP" dirty="0"/>
          </a:p>
          <a:p>
            <a:r>
              <a:rPr kumimoji="1" lang="ja-JP" altLang="en-US" dirty="0"/>
              <a:t>全ての宿題の提出の確認ができたなどの、事細かなお知らせが届く場所</a:t>
            </a:r>
            <a:endParaRPr kumimoji="1" lang="en-US" altLang="ja-JP" dirty="0"/>
          </a:p>
          <a:p>
            <a:endParaRPr kumimoji="1" lang="en-US" altLang="ja-JP" dirty="0"/>
          </a:p>
        </p:txBody>
      </p:sp>
      <p:sp>
        <p:nvSpPr>
          <p:cNvPr id="4" name="スライド番号プレースホルダー 3">
            <a:extLst>
              <a:ext uri="{FF2B5EF4-FFF2-40B4-BE49-F238E27FC236}">
                <a16:creationId xmlns:a16="http://schemas.microsoft.com/office/drawing/2014/main" id="{9BA69E07-F22C-EFED-4ADF-F884046B0D82}"/>
              </a:ext>
            </a:extLst>
          </p:cNvPr>
          <p:cNvSpPr>
            <a:spLocks noGrp="1"/>
          </p:cNvSpPr>
          <p:nvPr>
            <p:ph type="sldNum" sz="quarter" idx="5"/>
          </p:nvPr>
        </p:nvSpPr>
        <p:spPr/>
        <p:txBody>
          <a:bodyPr/>
          <a:lstStyle/>
          <a:p>
            <a:fld id="{35179B47-4466-4017-B245-E2669BF1B577}" type="slidenum">
              <a:rPr kumimoji="1" lang="ja-JP" altLang="en-US" smtClean="0"/>
              <a:t>11</a:t>
            </a:fld>
            <a:endParaRPr kumimoji="1" lang="ja-JP" altLang="en-US"/>
          </a:p>
        </p:txBody>
      </p:sp>
    </p:spTree>
    <p:extLst>
      <p:ext uri="{BB962C8B-B14F-4D97-AF65-F5344CB8AC3E}">
        <p14:creationId xmlns:p14="http://schemas.microsoft.com/office/powerpoint/2010/main" val="2796238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873B4B2-4EBD-5BFA-6C0C-BD5682B0EEFF}"/>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834B63F7-7E70-EA52-9001-A6E7D6C4F92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A34037CF-DA5A-010E-8943-5AA6C5B3EC0F}"/>
              </a:ext>
            </a:extLst>
          </p:cNvPr>
          <p:cNvSpPr>
            <a:spLocks noGrp="1"/>
          </p:cNvSpPr>
          <p:nvPr>
            <p:ph type="dt" sz="half" idx="10"/>
          </p:nvPr>
        </p:nvSpPr>
        <p:spPr/>
        <p:txBody>
          <a:bodyPr/>
          <a:lstStyle/>
          <a:p>
            <a:fld id="{52A94E2F-56A1-47D6-BB3D-62AA09F57519}" type="datetimeFigureOut">
              <a:rPr kumimoji="1" lang="ja-JP" altLang="en-US" smtClean="0"/>
              <a:t>2026/8/7</a:t>
            </a:fld>
            <a:endParaRPr kumimoji="1" lang="ja-JP" altLang="en-US"/>
          </a:p>
        </p:txBody>
      </p:sp>
      <p:sp>
        <p:nvSpPr>
          <p:cNvPr id="5" name="フッター プレースホルダー 4">
            <a:extLst>
              <a:ext uri="{FF2B5EF4-FFF2-40B4-BE49-F238E27FC236}">
                <a16:creationId xmlns:a16="http://schemas.microsoft.com/office/drawing/2014/main" id="{1C52D3F7-710C-BB1F-0CE5-2BCA8D29694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59DA8DA-3460-EA7B-2DDC-4BB05E84CA67}"/>
              </a:ext>
            </a:extLst>
          </p:cNvPr>
          <p:cNvSpPr>
            <a:spLocks noGrp="1"/>
          </p:cNvSpPr>
          <p:nvPr>
            <p:ph type="sldNum" sz="quarter" idx="12"/>
          </p:nvPr>
        </p:nvSpPr>
        <p:spPr/>
        <p:txBody>
          <a:bodyPr/>
          <a:lstStyle/>
          <a:p>
            <a:fld id="{CD46A196-4FF5-4FD6-AC9C-95097D1CB892}" type="slidenum">
              <a:rPr kumimoji="1" lang="ja-JP" altLang="en-US" smtClean="0"/>
              <a:t>‹#›</a:t>
            </a:fld>
            <a:endParaRPr kumimoji="1" lang="ja-JP" altLang="en-US"/>
          </a:p>
        </p:txBody>
      </p:sp>
    </p:spTree>
    <p:extLst>
      <p:ext uri="{BB962C8B-B14F-4D97-AF65-F5344CB8AC3E}">
        <p14:creationId xmlns:p14="http://schemas.microsoft.com/office/powerpoint/2010/main" val="17323863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46AF428-83A2-4E8D-4EB4-329290C3E947}"/>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6E7C1ED-51B5-0672-EB9E-C2B74DF84B23}"/>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225DB00-3954-1C0D-E034-14B7B12A6FC1}"/>
              </a:ext>
            </a:extLst>
          </p:cNvPr>
          <p:cNvSpPr>
            <a:spLocks noGrp="1"/>
          </p:cNvSpPr>
          <p:nvPr>
            <p:ph type="dt" sz="half" idx="10"/>
          </p:nvPr>
        </p:nvSpPr>
        <p:spPr/>
        <p:txBody>
          <a:bodyPr/>
          <a:lstStyle/>
          <a:p>
            <a:fld id="{52A94E2F-56A1-47D6-BB3D-62AA09F57519}" type="datetimeFigureOut">
              <a:rPr kumimoji="1" lang="ja-JP" altLang="en-US" smtClean="0"/>
              <a:t>2026/8/7</a:t>
            </a:fld>
            <a:endParaRPr kumimoji="1" lang="ja-JP" altLang="en-US"/>
          </a:p>
        </p:txBody>
      </p:sp>
      <p:sp>
        <p:nvSpPr>
          <p:cNvPr id="5" name="フッター プレースホルダー 4">
            <a:extLst>
              <a:ext uri="{FF2B5EF4-FFF2-40B4-BE49-F238E27FC236}">
                <a16:creationId xmlns:a16="http://schemas.microsoft.com/office/drawing/2014/main" id="{D49630BE-AF2B-07AE-61EB-53884AEE671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497DCC3-DE94-A1C4-2094-8DEEE1228A9F}"/>
              </a:ext>
            </a:extLst>
          </p:cNvPr>
          <p:cNvSpPr>
            <a:spLocks noGrp="1"/>
          </p:cNvSpPr>
          <p:nvPr>
            <p:ph type="sldNum" sz="quarter" idx="12"/>
          </p:nvPr>
        </p:nvSpPr>
        <p:spPr/>
        <p:txBody>
          <a:bodyPr/>
          <a:lstStyle/>
          <a:p>
            <a:fld id="{CD46A196-4FF5-4FD6-AC9C-95097D1CB892}" type="slidenum">
              <a:rPr kumimoji="1" lang="ja-JP" altLang="en-US" smtClean="0"/>
              <a:t>‹#›</a:t>
            </a:fld>
            <a:endParaRPr kumimoji="1" lang="ja-JP" altLang="en-US"/>
          </a:p>
        </p:txBody>
      </p:sp>
    </p:spTree>
    <p:extLst>
      <p:ext uri="{BB962C8B-B14F-4D97-AF65-F5344CB8AC3E}">
        <p14:creationId xmlns:p14="http://schemas.microsoft.com/office/powerpoint/2010/main" val="857993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490156A-7DBB-0CAF-03DA-9660AE7F76F9}"/>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E43A17E-C16D-91BC-76BD-71B16D3CD07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48F89549-A7EA-1025-830F-C449F4F0B884}"/>
              </a:ext>
            </a:extLst>
          </p:cNvPr>
          <p:cNvSpPr>
            <a:spLocks noGrp="1"/>
          </p:cNvSpPr>
          <p:nvPr>
            <p:ph type="dt" sz="half" idx="10"/>
          </p:nvPr>
        </p:nvSpPr>
        <p:spPr/>
        <p:txBody>
          <a:bodyPr/>
          <a:lstStyle/>
          <a:p>
            <a:fld id="{52A94E2F-56A1-47D6-BB3D-62AA09F57519}" type="datetimeFigureOut">
              <a:rPr kumimoji="1" lang="ja-JP" altLang="en-US" smtClean="0"/>
              <a:t>2026/8/7</a:t>
            </a:fld>
            <a:endParaRPr kumimoji="1" lang="ja-JP" altLang="en-US"/>
          </a:p>
        </p:txBody>
      </p:sp>
      <p:sp>
        <p:nvSpPr>
          <p:cNvPr id="5" name="フッター プレースホルダー 4">
            <a:extLst>
              <a:ext uri="{FF2B5EF4-FFF2-40B4-BE49-F238E27FC236}">
                <a16:creationId xmlns:a16="http://schemas.microsoft.com/office/drawing/2014/main" id="{D470AB3E-AF3A-43EA-F463-2AC7791A5D5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55C81C3-0BBD-D6BF-8D91-4CA029BB44E9}"/>
              </a:ext>
            </a:extLst>
          </p:cNvPr>
          <p:cNvSpPr>
            <a:spLocks noGrp="1"/>
          </p:cNvSpPr>
          <p:nvPr>
            <p:ph type="sldNum" sz="quarter" idx="12"/>
          </p:nvPr>
        </p:nvSpPr>
        <p:spPr/>
        <p:txBody>
          <a:bodyPr/>
          <a:lstStyle/>
          <a:p>
            <a:fld id="{CD46A196-4FF5-4FD6-AC9C-95097D1CB892}" type="slidenum">
              <a:rPr kumimoji="1" lang="ja-JP" altLang="en-US" smtClean="0"/>
              <a:t>‹#›</a:t>
            </a:fld>
            <a:endParaRPr kumimoji="1" lang="ja-JP" altLang="en-US"/>
          </a:p>
        </p:txBody>
      </p:sp>
    </p:spTree>
    <p:extLst>
      <p:ext uri="{BB962C8B-B14F-4D97-AF65-F5344CB8AC3E}">
        <p14:creationId xmlns:p14="http://schemas.microsoft.com/office/powerpoint/2010/main" val="33982850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A5A9845-EDE0-282F-12A2-B058601923F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DD6B8AB-79E7-8DE5-61B9-292CCE9EB205}"/>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84EC9574-B572-6E83-F423-1FB952CB8ADD}"/>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D41D0CC6-E9B4-355E-DBFD-089048965BD8}"/>
              </a:ext>
            </a:extLst>
          </p:cNvPr>
          <p:cNvSpPr>
            <a:spLocks noGrp="1"/>
          </p:cNvSpPr>
          <p:nvPr>
            <p:ph type="dt" sz="half" idx="10"/>
          </p:nvPr>
        </p:nvSpPr>
        <p:spPr/>
        <p:txBody>
          <a:bodyPr/>
          <a:lstStyle/>
          <a:p>
            <a:fld id="{52A94E2F-56A1-47D6-BB3D-62AA09F57519}" type="datetimeFigureOut">
              <a:rPr kumimoji="1" lang="ja-JP" altLang="en-US" smtClean="0"/>
              <a:t>2026/8/7</a:t>
            </a:fld>
            <a:endParaRPr kumimoji="1" lang="ja-JP" altLang="en-US"/>
          </a:p>
        </p:txBody>
      </p:sp>
      <p:sp>
        <p:nvSpPr>
          <p:cNvPr id="6" name="フッター プレースホルダー 5">
            <a:extLst>
              <a:ext uri="{FF2B5EF4-FFF2-40B4-BE49-F238E27FC236}">
                <a16:creationId xmlns:a16="http://schemas.microsoft.com/office/drawing/2014/main" id="{AACB3DD1-536F-8603-5685-BAE206F3D63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90D0398-C779-BCD4-74CD-0B6199AC5D62}"/>
              </a:ext>
            </a:extLst>
          </p:cNvPr>
          <p:cNvSpPr>
            <a:spLocks noGrp="1"/>
          </p:cNvSpPr>
          <p:nvPr>
            <p:ph type="sldNum" sz="quarter" idx="12"/>
          </p:nvPr>
        </p:nvSpPr>
        <p:spPr/>
        <p:txBody>
          <a:bodyPr/>
          <a:lstStyle/>
          <a:p>
            <a:fld id="{CD46A196-4FF5-4FD6-AC9C-95097D1CB892}" type="slidenum">
              <a:rPr kumimoji="1" lang="ja-JP" altLang="en-US" smtClean="0"/>
              <a:t>‹#›</a:t>
            </a:fld>
            <a:endParaRPr kumimoji="1" lang="ja-JP" altLang="en-US"/>
          </a:p>
        </p:txBody>
      </p:sp>
    </p:spTree>
    <p:extLst>
      <p:ext uri="{BB962C8B-B14F-4D97-AF65-F5344CB8AC3E}">
        <p14:creationId xmlns:p14="http://schemas.microsoft.com/office/powerpoint/2010/main" val="13813793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CB3BB4C-DF81-E8B0-17B4-AEF17125D905}"/>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CFB385D-1723-0407-5201-22E3D29480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EB9A825C-E768-4B08-DF69-3B6D729D6FE9}"/>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5EFB0AD-E5E2-2686-40BE-B58636952E0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1606C430-9B1D-65AE-6B46-868E06192FC6}"/>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8948DB07-29E3-B600-C8EA-F12BC30EAC4D}"/>
              </a:ext>
            </a:extLst>
          </p:cNvPr>
          <p:cNvSpPr>
            <a:spLocks noGrp="1"/>
          </p:cNvSpPr>
          <p:nvPr>
            <p:ph type="dt" sz="half" idx="10"/>
          </p:nvPr>
        </p:nvSpPr>
        <p:spPr/>
        <p:txBody>
          <a:bodyPr/>
          <a:lstStyle/>
          <a:p>
            <a:fld id="{52A94E2F-56A1-47D6-BB3D-62AA09F57519}" type="datetimeFigureOut">
              <a:rPr kumimoji="1" lang="ja-JP" altLang="en-US" smtClean="0"/>
              <a:t>2026/8/7</a:t>
            </a:fld>
            <a:endParaRPr kumimoji="1" lang="ja-JP" altLang="en-US"/>
          </a:p>
        </p:txBody>
      </p:sp>
      <p:sp>
        <p:nvSpPr>
          <p:cNvPr id="8" name="フッター プレースホルダー 7">
            <a:extLst>
              <a:ext uri="{FF2B5EF4-FFF2-40B4-BE49-F238E27FC236}">
                <a16:creationId xmlns:a16="http://schemas.microsoft.com/office/drawing/2014/main" id="{EFCB17EB-29FF-D04A-07FC-2093D936A1A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19BCAC5D-0F5A-9C9A-7849-213BE162D3E5}"/>
              </a:ext>
            </a:extLst>
          </p:cNvPr>
          <p:cNvSpPr>
            <a:spLocks noGrp="1"/>
          </p:cNvSpPr>
          <p:nvPr>
            <p:ph type="sldNum" sz="quarter" idx="12"/>
          </p:nvPr>
        </p:nvSpPr>
        <p:spPr/>
        <p:txBody>
          <a:bodyPr/>
          <a:lstStyle/>
          <a:p>
            <a:fld id="{CD46A196-4FF5-4FD6-AC9C-95097D1CB892}" type="slidenum">
              <a:rPr kumimoji="1" lang="ja-JP" altLang="en-US" smtClean="0"/>
              <a:t>‹#›</a:t>
            </a:fld>
            <a:endParaRPr kumimoji="1" lang="ja-JP" altLang="en-US"/>
          </a:p>
        </p:txBody>
      </p:sp>
    </p:spTree>
    <p:extLst>
      <p:ext uri="{BB962C8B-B14F-4D97-AF65-F5344CB8AC3E}">
        <p14:creationId xmlns:p14="http://schemas.microsoft.com/office/powerpoint/2010/main" val="41669024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B1B71B6-086C-DA6F-4B0A-B5F49A482DE6}"/>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FE1ACA1E-9A00-E270-0B69-A79F310DDFCE}"/>
              </a:ext>
            </a:extLst>
          </p:cNvPr>
          <p:cNvSpPr>
            <a:spLocks noGrp="1"/>
          </p:cNvSpPr>
          <p:nvPr>
            <p:ph type="dt" sz="half" idx="10"/>
          </p:nvPr>
        </p:nvSpPr>
        <p:spPr/>
        <p:txBody>
          <a:bodyPr/>
          <a:lstStyle/>
          <a:p>
            <a:fld id="{52A94E2F-56A1-47D6-BB3D-62AA09F57519}" type="datetimeFigureOut">
              <a:rPr kumimoji="1" lang="ja-JP" altLang="en-US" smtClean="0"/>
              <a:t>2026/8/7</a:t>
            </a:fld>
            <a:endParaRPr kumimoji="1" lang="ja-JP" altLang="en-US"/>
          </a:p>
        </p:txBody>
      </p:sp>
      <p:sp>
        <p:nvSpPr>
          <p:cNvPr id="4" name="フッター プレースホルダー 3">
            <a:extLst>
              <a:ext uri="{FF2B5EF4-FFF2-40B4-BE49-F238E27FC236}">
                <a16:creationId xmlns:a16="http://schemas.microsoft.com/office/drawing/2014/main" id="{7805DDC3-467D-66CD-9034-EF3734E32577}"/>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22CAE7FE-2703-4EB2-DC6D-4D7EA5485CD5}"/>
              </a:ext>
            </a:extLst>
          </p:cNvPr>
          <p:cNvSpPr>
            <a:spLocks noGrp="1"/>
          </p:cNvSpPr>
          <p:nvPr>
            <p:ph type="sldNum" sz="quarter" idx="12"/>
          </p:nvPr>
        </p:nvSpPr>
        <p:spPr/>
        <p:txBody>
          <a:bodyPr/>
          <a:lstStyle/>
          <a:p>
            <a:fld id="{CD46A196-4FF5-4FD6-AC9C-95097D1CB892}" type="slidenum">
              <a:rPr kumimoji="1" lang="ja-JP" altLang="en-US" smtClean="0"/>
              <a:t>‹#›</a:t>
            </a:fld>
            <a:endParaRPr kumimoji="1" lang="ja-JP" altLang="en-US"/>
          </a:p>
        </p:txBody>
      </p:sp>
    </p:spTree>
    <p:extLst>
      <p:ext uri="{BB962C8B-B14F-4D97-AF65-F5344CB8AC3E}">
        <p14:creationId xmlns:p14="http://schemas.microsoft.com/office/powerpoint/2010/main" val="42775669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05A36FE3-C094-9E5C-1B2D-2FD1A85BFBC0}"/>
              </a:ext>
            </a:extLst>
          </p:cNvPr>
          <p:cNvSpPr>
            <a:spLocks noGrp="1"/>
          </p:cNvSpPr>
          <p:nvPr>
            <p:ph type="dt" sz="half" idx="10"/>
          </p:nvPr>
        </p:nvSpPr>
        <p:spPr/>
        <p:txBody>
          <a:bodyPr/>
          <a:lstStyle/>
          <a:p>
            <a:fld id="{52A94E2F-56A1-47D6-BB3D-62AA09F57519}" type="datetimeFigureOut">
              <a:rPr kumimoji="1" lang="ja-JP" altLang="en-US" smtClean="0"/>
              <a:t>2026/8/7</a:t>
            </a:fld>
            <a:endParaRPr kumimoji="1" lang="ja-JP" altLang="en-US"/>
          </a:p>
        </p:txBody>
      </p:sp>
      <p:sp>
        <p:nvSpPr>
          <p:cNvPr id="3" name="フッター プレースホルダー 2">
            <a:extLst>
              <a:ext uri="{FF2B5EF4-FFF2-40B4-BE49-F238E27FC236}">
                <a16:creationId xmlns:a16="http://schemas.microsoft.com/office/drawing/2014/main" id="{70573B03-FE63-E445-7393-36CF1296B234}"/>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E3515FB-CB65-D361-8BD8-6D2A7F60E79F}"/>
              </a:ext>
            </a:extLst>
          </p:cNvPr>
          <p:cNvSpPr>
            <a:spLocks noGrp="1"/>
          </p:cNvSpPr>
          <p:nvPr>
            <p:ph type="sldNum" sz="quarter" idx="12"/>
          </p:nvPr>
        </p:nvSpPr>
        <p:spPr/>
        <p:txBody>
          <a:bodyPr/>
          <a:lstStyle/>
          <a:p>
            <a:fld id="{CD46A196-4FF5-4FD6-AC9C-95097D1CB892}" type="slidenum">
              <a:rPr kumimoji="1" lang="ja-JP" altLang="en-US" smtClean="0"/>
              <a:t>‹#›</a:t>
            </a:fld>
            <a:endParaRPr kumimoji="1" lang="ja-JP" altLang="en-US"/>
          </a:p>
        </p:txBody>
      </p:sp>
    </p:spTree>
    <p:extLst>
      <p:ext uri="{BB962C8B-B14F-4D97-AF65-F5344CB8AC3E}">
        <p14:creationId xmlns:p14="http://schemas.microsoft.com/office/powerpoint/2010/main" val="22360214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385AF7A-7BE4-63B5-62E9-D7914E7C348A}"/>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F2507AF-0270-365C-4CC2-2E3F306C47C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C98BF490-FB92-4C58-F0A0-E2E1AE2DC3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393470FD-D358-FE8B-4927-2C599BF97BBC}"/>
              </a:ext>
            </a:extLst>
          </p:cNvPr>
          <p:cNvSpPr>
            <a:spLocks noGrp="1"/>
          </p:cNvSpPr>
          <p:nvPr>
            <p:ph type="dt" sz="half" idx="10"/>
          </p:nvPr>
        </p:nvSpPr>
        <p:spPr/>
        <p:txBody>
          <a:bodyPr/>
          <a:lstStyle/>
          <a:p>
            <a:fld id="{52A94E2F-56A1-47D6-BB3D-62AA09F57519}" type="datetimeFigureOut">
              <a:rPr kumimoji="1" lang="ja-JP" altLang="en-US" smtClean="0"/>
              <a:t>2026/8/7</a:t>
            </a:fld>
            <a:endParaRPr kumimoji="1" lang="ja-JP" altLang="en-US"/>
          </a:p>
        </p:txBody>
      </p:sp>
      <p:sp>
        <p:nvSpPr>
          <p:cNvPr id="6" name="フッター プレースホルダー 5">
            <a:extLst>
              <a:ext uri="{FF2B5EF4-FFF2-40B4-BE49-F238E27FC236}">
                <a16:creationId xmlns:a16="http://schemas.microsoft.com/office/drawing/2014/main" id="{417BB2A1-1F52-19E0-E028-81F010F8801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6C9BD6CF-1271-E02F-A38F-EADCE7359D52}"/>
              </a:ext>
            </a:extLst>
          </p:cNvPr>
          <p:cNvSpPr>
            <a:spLocks noGrp="1"/>
          </p:cNvSpPr>
          <p:nvPr>
            <p:ph type="sldNum" sz="quarter" idx="12"/>
          </p:nvPr>
        </p:nvSpPr>
        <p:spPr/>
        <p:txBody>
          <a:bodyPr/>
          <a:lstStyle/>
          <a:p>
            <a:fld id="{CD46A196-4FF5-4FD6-AC9C-95097D1CB892}" type="slidenum">
              <a:rPr kumimoji="1" lang="ja-JP" altLang="en-US" smtClean="0"/>
              <a:t>‹#›</a:t>
            </a:fld>
            <a:endParaRPr kumimoji="1" lang="ja-JP" altLang="en-US"/>
          </a:p>
        </p:txBody>
      </p:sp>
    </p:spTree>
    <p:extLst>
      <p:ext uri="{BB962C8B-B14F-4D97-AF65-F5344CB8AC3E}">
        <p14:creationId xmlns:p14="http://schemas.microsoft.com/office/powerpoint/2010/main" val="41726559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42D44A7-3B0F-17CE-9782-71C9FE48103C}"/>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E587AE19-8708-266D-03B6-8123F05F8D1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1A273882-3E75-88D9-1D44-C6B14A3DAA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AE06C99-EFA0-B9E4-6889-E255EDA1E6A9}"/>
              </a:ext>
            </a:extLst>
          </p:cNvPr>
          <p:cNvSpPr>
            <a:spLocks noGrp="1"/>
          </p:cNvSpPr>
          <p:nvPr>
            <p:ph type="dt" sz="half" idx="10"/>
          </p:nvPr>
        </p:nvSpPr>
        <p:spPr/>
        <p:txBody>
          <a:bodyPr/>
          <a:lstStyle/>
          <a:p>
            <a:fld id="{52A94E2F-56A1-47D6-BB3D-62AA09F57519}" type="datetimeFigureOut">
              <a:rPr kumimoji="1" lang="ja-JP" altLang="en-US" smtClean="0"/>
              <a:t>2026/8/7</a:t>
            </a:fld>
            <a:endParaRPr kumimoji="1" lang="ja-JP" altLang="en-US"/>
          </a:p>
        </p:txBody>
      </p:sp>
      <p:sp>
        <p:nvSpPr>
          <p:cNvPr id="6" name="フッター プレースホルダー 5">
            <a:extLst>
              <a:ext uri="{FF2B5EF4-FFF2-40B4-BE49-F238E27FC236}">
                <a16:creationId xmlns:a16="http://schemas.microsoft.com/office/drawing/2014/main" id="{8E3958C8-61E1-1290-FB12-D69459F80C5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2E96F6D1-E9AB-28F1-5C4F-89C7281245B7}"/>
              </a:ext>
            </a:extLst>
          </p:cNvPr>
          <p:cNvSpPr>
            <a:spLocks noGrp="1"/>
          </p:cNvSpPr>
          <p:nvPr>
            <p:ph type="sldNum" sz="quarter" idx="12"/>
          </p:nvPr>
        </p:nvSpPr>
        <p:spPr/>
        <p:txBody>
          <a:bodyPr/>
          <a:lstStyle/>
          <a:p>
            <a:fld id="{CD46A196-4FF5-4FD6-AC9C-95097D1CB892}" type="slidenum">
              <a:rPr kumimoji="1" lang="ja-JP" altLang="en-US" smtClean="0"/>
              <a:t>‹#›</a:t>
            </a:fld>
            <a:endParaRPr kumimoji="1" lang="ja-JP" altLang="en-US"/>
          </a:p>
        </p:txBody>
      </p:sp>
    </p:spTree>
    <p:extLst>
      <p:ext uri="{BB962C8B-B14F-4D97-AF65-F5344CB8AC3E}">
        <p14:creationId xmlns:p14="http://schemas.microsoft.com/office/powerpoint/2010/main" val="18670825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98573B-F45D-BF57-2EC3-1B253127308E}"/>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E276CCA9-CBC6-8BF7-334A-61F7B0132C59}"/>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CDED343-4A65-1FF1-0A22-D8BC4A97A69C}"/>
              </a:ext>
            </a:extLst>
          </p:cNvPr>
          <p:cNvSpPr>
            <a:spLocks noGrp="1"/>
          </p:cNvSpPr>
          <p:nvPr>
            <p:ph type="dt" sz="half" idx="10"/>
          </p:nvPr>
        </p:nvSpPr>
        <p:spPr/>
        <p:txBody>
          <a:bodyPr/>
          <a:lstStyle/>
          <a:p>
            <a:fld id="{52A94E2F-56A1-47D6-BB3D-62AA09F57519}" type="datetimeFigureOut">
              <a:rPr kumimoji="1" lang="ja-JP" altLang="en-US" smtClean="0"/>
              <a:t>2026/8/7</a:t>
            </a:fld>
            <a:endParaRPr kumimoji="1" lang="ja-JP" altLang="en-US"/>
          </a:p>
        </p:txBody>
      </p:sp>
      <p:sp>
        <p:nvSpPr>
          <p:cNvPr id="5" name="フッター プレースホルダー 4">
            <a:extLst>
              <a:ext uri="{FF2B5EF4-FFF2-40B4-BE49-F238E27FC236}">
                <a16:creationId xmlns:a16="http://schemas.microsoft.com/office/drawing/2014/main" id="{2ED8F884-4015-5A4F-D186-6EE9F3445C9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4F562E0-93F4-C2C9-CF4A-49F73FB119C0}"/>
              </a:ext>
            </a:extLst>
          </p:cNvPr>
          <p:cNvSpPr>
            <a:spLocks noGrp="1"/>
          </p:cNvSpPr>
          <p:nvPr>
            <p:ph type="sldNum" sz="quarter" idx="12"/>
          </p:nvPr>
        </p:nvSpPr>
        <p:spPr/>
        <p:txBody>
          <a:bodyPr/>
          <a:lstStyle/>
          <a:p>
            <a:fld id="{CD46A196-4FF5-4FD6-AC9C-95097D1CB892}" type="slidenum">
              <a:rPr kumimoji="1" lang="ja-JP" altLang="en-US" smtClean="0"/>
              <a:t>‹#›</a:t>
            </a:fld>
            <a:endParaRPr kumimoji="1" lang="ja-JP" altLang="en-US"/>
          </a:p>
        </p:txBody>
      </p:sp>
    </p:spTree>
    <p:extLst>
      <p:ext uri="{BB962C8B-B14F-4D97-AF65-F5344CB8AC3E}">
        <p14:creationId xmlns:p14="http://schemas.microsoft.com/office/powerpoint/2010/main" val="9632687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9D91A10-50FD-0D06-E1FF-8559011B8290}"/>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D48DE5C9-CE4A-A802-1BF6-C479A81FD56F}"/>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DDB0459-6188-885A-487A-EA7E8CD761EC}"/>
              </a:ext>
            </a:extLst>
          </p:cNvPr>
          <p:cNvSpPr>
            <a:spLocks noGrp="1"/>
          </p:cNvSpPr>
          <p:nvPr>
            <p:ph type="dt" sz="half" idx="10"/>
          </p:nvPr>
        </p:nvSpPr>
        <p:spPr/>
        <p:txBody>
          <a:bodyPr/>
          <a:lstStyle/>
          <a:p>
            <a:fld id="{52A94E2F-56A1-47D6-BB3D-62AA09F57519}" type="datetimeFigureOut">
              <a:rPr kumimoji="1" lang="ja-JP" altLang="en-US" smtClean="0"/>
              <a:t>2026/8/7</a:t>
            </a:fld>
            <a:endParaRPr kumimoji="1" lang="ja-JP" altLang="en-US"/>
          </a:p>
        </p:txBody>
      </p:sp>
      <p:sp>
        <p:nvSpPr>
          <p:cNvPr id="5" name="フッター プレースホルダー 4">
            <a:extLst>
              <a:ext uri="{FF2B5EF4-FFF2-40B4-BE49-F238E27FC236}">
                <a16:creationId xmlns:a16="http://schemas.microsoft.com/office/drawing/2014/main" id="{934B63A9-FD8A-7176-92A0-BC8BB156166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EBAB3CD-AE5E-1671-99F8-D6C8F1E0E38A}"/>
              </a:ext>
            </a:extLst>
          </p:cNvPr>
          <p:cNvSpPr>
            <a:spLocks noGrp="1"/>
          </p:cNvSpPr>
          <p:nvPr>
            <p:ph type="sldNum" sz="quarter" idx="12"/>
          </p:nvPr>
        </p:nvSpPr>
        <p:spPr/>
        <p:txBody>
          <a:bodyPr/>
          <a:lstStyle/>
          <a:p>
            <a:fld id="{CD46A196-4FF5-4FD6-AC9C-95097D1CB892}" type="slidenum">
              <a:rPr kumimoji="1" lang="ja-JP" altLang="en-US" smtClean="0"/>
              <a:t>‹#›</a:t>
            </a:fld>
            <a:endParaRPr kumimoji="1" lang="ja-JP" altLang="en-US"/>
          </a:p>
        </p:txBody>
      </p:sp>
    </p:spTree>
    <p:extLst>
      <p:ext uri="{BB962C8B-B14F-4D97-AF65-F5344CB8AC3E}">
        <p14:creationId xmlns:p14="http://schemas.microsoft.com/office/powerpoint/2010/main" val="23509439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4233F581-77F2-8C7F-18CD-C47B0EFDBC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6ABBD70-A825-AEFF-A674-FF0755E3E9A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4746C2B-B353-EA2F-2C20-F47913B1768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2A94E2F-56A1-47D6-BB3D-62AA09F57519}" type="datetimeFigureOut">
              <a:rPr kumimoji="1" lang="ja-JP" altLang="en-US" smtClean="0"/>
              <a:t>2026/8/7</a:t>
            </a:fld>
            <a:endParaRPr kumimoji="1" lang="ja-JP" altLang="en-US"/>
          </a:p>
        </p:txBody>
      </p:sp>
      <p:sp>
        <p:nvSpPr>
          <p:cNvPr id="5" name="フッター プレースホルダー 4">
            <a:extLst>
              <a:ext uri="{FF2B5EF4-FFF2-40B4-BE49-F238E27FC236}">
                <a16:creationId xmlns:a16="http://schemas.microsoft.com/office/drawing/2014/main" id="{CAD6F784-3FB6-C159-1979-7020A8635BA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B6463E6E-A7D3-CE9F-DB2E-E565BAEC17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D46A196-4FF5-4FD6-AC9C-95097D1CB892}" type="slidenum">
              <a:rPr kumimoji="1" lang="ja-JP" altLang="en-US" smtClean="0"/>
              <a:t>‹#›</a:t>
            </a:fld>
            <a:endParaRPr kumimoji="1" lang="ja-JP" altLang="en-US"/>
          </a:p>
        </p:txBody>
      </p:sp>
    </p:spTree>
    <p:extLst>
      <p:ext uri="{BB962C8B-B14F-4D97-AF65-F5344CB8AC3E}">
        <p14:creationId xmlns:p14="http://schemas.microsoft.com/office/powerpoint/2010/main" val="13836678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EC4E01-9E2E-FBD2-D1D8-65C5D1ACA4ED}"/>
              </a:ext>
            </a:extLst>
          </p:cNvPr>
          <p:cNvSpPr>
            <a:spLocks noGrp="1"/>
          </p:cNvSpPr>
          <p:nvPr>
            <p:ph type="ctrTitle"/>
          </p:nvPr>
        </p:nvSpPr>
        <p:spPr/>
        <p:txBody>
          <a:bodyPr/>
          <a:lstStyle/>
          <a:p>
            <a:r>
              <a:rPr kumimoji="1" lang="ja-JP" altLang="en-US" dirty="0"/>
              <a:t>プランナーサイトマップ</a:t>
            </a:r>
          </a:p>
        </p:txBody>
      </p:sp>
      <p:sp>
        <p:nvSpPr>
          <p:cNvPr id="3" name="字幕 2">
            <a:extLst>
              <a:ext uri="{FF2B5EF4-FFF2-40B4-BE49-F238E27FC236}">
                <a16:creationId xmlns:a16="http://schemas.microsoft.com/office/drawing/2014/main" id="{4EBB8B47-49CC-3ACC-985B-1177CE94FF19}"/>
              </a:ext>
            </a:extLst>
          </p:cNvPr>
          <p:cNvSpPr>
            <a:spLocks noGrp="1"/>
          </p:cNvSpPr>
          <p:nvPr>
            <p:ph type="subTitle" idx="1"/>
          </p:nvPr>
        </p:nvSpPr>
        <p:spPr/>
        <p:txBody>
          <a:bodyPr/>
          <a:lstStyle/>
          <a:p>
            <a:r>
              <a:rPr kumimoji="1" lang="ja-JP" altLang="en-US" dirty="0"/>
              <a:t>幸地　仲地</a:t>
            </a:r>
          </a:p>
        </p:txBody>
      </p:sp>
    </p:spTree>
    <p:extLst>
      <p:ext uri="{BB962C8B-B14F-4D97-AF65-F5344CB8AC3E}">
        <p14:creationId xmlns:p14="http://schemas.microsoft.com/office/powerpoint/2010/main" val="25444807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C44ED35-7D35-2FD7-0A06-755FD65BCD5B}"/>
              </a:ext>
            </a:extLst>
          </p:cNvPr>
          <p:cNvSpPr/>
          <p:nvPr/>
        </p:nvSpPr>
        <p:spPr>
          <a:xfrm>
            <a:off x="1871133" y="939800"/>
            <a:ext cx="8449733" cy="4978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800" dirty="0"/>
              <a:t>ログイン画面</a:t>
            </a:r>
            <a:endParaRPr kumimoji="1" lang="en-US" altLang="ja-JP" sz="2800" dirty="0"/>
          </a:p>
          <a:p>
            <a:pPr algn="ctr"/>
            <a:endParaRPr lang="en-US" altLang="ja-JP" sz="2800" dirty="0"/>
          </a:p>
          <a:p>
            <a:pPr algn="ctr"/>
            <a:r>
              <a:rPr kumimoji="1" lang="ja-JP" altLang="en-US" sz="2800" dirty="0"/>
              <a:t>（必須）</a:t>
            </a:r>
            <a:endParaRPr kumimoji="1" lang="en-US" altLang="ja-JP" sz="2800" dirty="0"/>
          </a:p>
          <a:p>
            <a:pPr algn="ctr"/>
            <a:r>
              <a:rPr lang="ja-JP" altLang="en-US" sz="2800" dirty="0"/>
              <a:t>メールアドレス</a:t>
            </a:r>
            <a:endParaRPr lang="en-US" altLang="ja-JP" sz="2800" dirty="0"/>
          </a:p>
          <a:p>
            <a:pPr algn="ctr"/>
            <a:r>
              <a:rPr kumimoji="1" lang="ja-JP" altLang="en-US" sz="2800" dirty="0"/>
              <a:t>パスワード</a:t>
            </a:r>
            <a:endParaRPr kumimoji="1" lang="en-US" altLang="ja-JP" sz="2800" dirty="0"/>
          </a:p>
          <a:p>
            <a:pPr algn="ctr"/>
            <a:endParaRPr lang="en-US" altLang="ja-JP" sz="2800" dirty="0"/>
          </a:p>
          <a:p>
            <a:pPr algn="ctr"/>
            <a:r>
              <a:rPr lang="ja-JP" altLang="en-US" sz="2800" dirty="0"/>
              <a:t>パスワード再設定</a:t>
            </a:r>
            <a:endParaRPr lang="en-US" altLang="ja-JP" sz="2800" dirty="0"/>
          </a:p>
          <a:p>
            <a:pPr algn="ctr"/>
            <a:endParaRPr lang="en-US" altLang="ja-JP" sz="2800" dirty="0"/>
          </a:p>
          <a:p>
            <a:pPr algn="ctr"/>
            <a:endParaRPr lang="en-US" altLang="ja-JP" dirty="0"/>
          </a:p>
        </p:txBody>
      </p:sp>
      <p:sp>
        <p:nvSpPr>
          <p:cNvPr id="3" name="正方形/長方形 2">
            <a:extLst>
              <a:ext uri="{FF2B5EF4-FFF2-40B4-BE49-F238E27FC236}">
                <a16:creationId xmlns:a16="http://schemas.microsoft.com/office/drawing/2014/main" id="{964994B0-C5DD-7181-631D-A5951A0CC2D0}"/>
              </a:ext>
            </a:extLst>
          </p:cNvPr>
          <p:cNvSpPr/>
          <p:nvPr/>
        </p:nvSpPr>
        <p:spPr>
          <a:xfrm>
            <a:off x="5410199" y="4893734"/>
            <a:ext cx="1371600" cy="745066"/>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ログインボタン</a:t>
            </a:r>
            <a:endParaRPr kumimoji="1" lang="en-US" altLang="ja-JP" dirty="0"/>
          </a:p>
        </p:txBody>
      </p:sp>
    </p:spTree>
    <p:extLst>
      <p:ext uri="{BB962C8B-B14F-4D97-AF65-F5344CB8AC3E}">
        <p14:creationId xmlns:p14="http://schemas.microsoft.com/office/powerpoint/2010/main" val="34755410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A15AC083-F1EB-B3EC-96E7-1920093DF817}"/>
              </a:ext>
            </a:extLst>
          </p:cNvPr>
          <p:cNvSpPr/>
          <p:nvPr/>
        </p:nvSpPr>
        <p:spPr>
          <a:xfrm>
            <a:off x="0" y="0"/>
            <a:ext cx="2726267"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0CA2D2DE-FC9A-481D-253B-4E4DD000E5DC}"/>
              </a:ext>
            </a:extLst>
          </p:cNvPr>
          <p:cNvSpPr/>
          <p:nvPr/>
        </p:nvSpPr>
        <p:spPr>
          <a:xfrm>
            <a:off x="0" y="1016000"/>
            <a:ext cx="2726267" cy="762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マイタスクメモ</a:t>
            </a:r>
          </a:p>
        </p:txBody>
      </p:sp>
      <p:sp>
        <p:nvSpPr>
          <p:cNvPr id="8" name="正方形/長方形 7">
            <a:extLst>
              <a:ext uri="{FF2B5EF4-FFF2-40B4-BE49-F238E27FC236}">
                <a16:creationId xmlns:a16="http://schemas.microsoft.com/office/drawing/2014/main" id="{E5F6122D-6EBB-9B8C-2C00-F774D24824AC}"/>
              </a:ext>
            </a:extLst>
          </p:cNvPr>
          <p:cNvSpPr/>
          <p:nvPr/>
        </p:nvSpPr>
        <p:spPr>
          <a:xfrm>
            <a:off x="0" y="1964266"/>
            <a:ext cx="2726267" cy="762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宿題確認</a:t>
            </a:r>
          </a:p>
        </p:txBody>
      </p:sp>
      <p:sp>
        <p:nvSpPr>
          <p:cNvPr id="16" name="正方形/長方形 15">
            <a:extLst>
              <a:ext uri="{FF2B5EF4-FFF2-40B4-BE49-F238E27FC236}">
                <a16:creationId xmlns:a16="http://schemas.microsoft.com/office/drawing/2014/main" id="{607D04A1-BE5D-8074-B4A8-75DA3163C0E4}"/>
              </a:ext>
            </a:extLst>
          </p:cNvPr>
          <p:cNvSpPr/>
          <p:nvPr/>
        </p:nvSpPr>
        <p:spPr>
          <a:xfrm>
            <a:off x="0" y="4893732"/>
            <a:ext cx="2726267" cy="762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打合せ準備シート</a:t>
            </a:r>
            <a:endParaRPr kumimoji="1" lang="ja-JP" altLang="en-US" dirty="0"/>
          </a:p>
        </p:txBody>
      </p:sp>
      <p:sp>
        <p:nvSpPr>
          <p:cNvPr id="18" name="正方形/長方形 17">
            <a:extLst>
              <a:ext uri="{FF2B5EF4-FFF2-40B4-BE49-F238E27FC236}">
                <a16:creationId xmlns:a16="http://schemas.microsoft.com/office/drawing/2014/main" id="{2E185BF1-56F5-5A66-16DD-CE917E0AF5EA}"/>
              </a:ext>
            </a:extLst>
          </p:cNvPr>
          <p:cNvSpPr/>
          <p:nvPr/>
        </p:nvSpPr>
        <p:spPr>
          <a:xfrm>
            <a:off x="-3" y="3945466"/>
            <a:ext cx="2726267" cy="762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フォロー記録入力</a:t>
            </a:r>
            <a:endParaRPr kumimoji="1" lang="ja-JP" altLang="en-US" dirty="0"/>
          </a:p>
        </p:txBody>
      </p:sp>
      <p:sp>
        <p:nvSpPr>
          <p:cNvPr id="20" name="正方形/長方形 19">
            <a:extLst>
              <a:ext uri="{FF2B5EF4-FFF2-40B4-BE49-F238E27FC236}">
                <a16:creationId xmlns:a16="http://schemas.microsoft.com/office/drawing/2014/main" id="{98072A37-1F45-E073-BC7E-68A77AAF5226}"/>
              </a:ext>
            </a:extLst>
          </p:cNvPr>
          <p:cNvSpPr/>
          <p:nvPr/>
        </p:nvSpPr>
        <p:spPr>
          <a:xfrm>
            <a:off x="-3" y="2997200"/>
            <a:ext cx="2726267" cy="762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提出物の状況確認</a:t>
            </a:r>
            <a:endParaRPr kumimoji="1" lang="ja-JP" altLang="en-US" dirty="0"/>
          </a:p>
        </p:txBody>
      </p:sp>
      <p:sp>
        <p:nvSpPr>
          <p:cNvPr id="22" name="正方形/長方形 21">
            <a:extLst>
              <a:ext uri="{FF2B5EF4-FFF2-40B4-BE49-F238E27FC236}">
                <a16:creationId xmlns:a16="http://schemas.microsoft.com/office/drawing/2014/main" id="{D64B853A-33FD-D5F9-543A-EACC4ED6672E}"/>
              </a:ext>
            </a:extLst>
          </p:cNvPr>
          <p:cNvSpPr/>
          <p:nvPr/>
        </p:nvSpPr>
        <p:spPr>
          <a:xfrm>
            <a:off x="0" y="5875866"/>
            <a:ext cx="2726267" cy="762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お知らせを追加機能</a:t>
            </a:r>
            <a:endParaRPr kumimoji="1" lang="ja-JP" altLang="en-US" dirty="0"/>
          </a:p>
        </p:txBody>
      </p:sp>
      <p:sp>
        <p:nvSpPr>
          <p:cNvPr id="24" name="正方形/長方形 23">
            <a:extLst>
              <a:ext uri="{FF2B5EF4-FFF2-40B4-BE49-F238E27FC236}">
                <a16:creationId xmlns:a16="http://schemas.microsoft.com/office/drawing/2014/main" id="{B828DFB0-FC3E-A462-4AB3-57E811B90BFA}"/>
              </a:ext>
            </a:extLst>
          </p:cNvPr>
          <p:cNvSpPr/>
          <p:nvPr/>
        </p:nvSpPr>
        <p:spPr>
          <a:xfrm>
            <a:off x="-4" y="0"/>
            <a:ext cx="2726267" cy="762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予定表</a:t>
            </a:r>
            <a:endParaRPr kumimoji="1" lang="ja-JP" altLang="en-US" dirty="0"/>
          </a:p>
        </p:txBody>
      </p:sp>
      <p:sp>
        <p:nvSpPr>
          <p:cNvPr id="2" name="正方形/長方形 1">
            <a:extLst>
              <a:ext uri="{FF2B5EF4-FFF2-40B4-BE49-F238E27FC236}">
                <a16:creationId xmlns:a16="http://schemas.microsoft.com/office/drawing/2014/main" id="{C556A65F-EE3A-91C0-7509-F43F57373031}"/>
              </a:ext>
            </a:extLst>
          </p:cNvPr>
          <p:cNvSpPr/>
          <p:nvPr/>
        </p:nvSpPr>
        <p:spPr>
          <a:xfrm>
            <a:off x="2726263" y="0"/>
            <a:ext cx="9465737" cy="6858000"/>
          </a:xfrm>
          <a:prstGeom prst="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正方形/長方形 4">
            <a:extLst>
              <a:ext uri="{FF2B5EF4-FFF2-40B4-BE49-F238E27FC236}">
                <a16:creationId xmlns:a16="http://schemas.microsoft.com/office/drawing/2014/main" id="{5F668D92-6018-6207-5CB5-A0BBCAC8D141}"/>
              </a:ext>
            </a:extLst>
          </p:cNvPr>
          <p:cNvSpPr/>
          <p:nvPr/>
        </p:nvSpPr>
        <p:spPr>
          <a:xfrm>
            <a:off x="2726263" y="762000"/>
            <a:ext cx="9601204" cy="609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ここにはそれぞれの項目のものを表示する</a:t>
            </a:r>
          </a:p>
        </p:txBody>
      </p:sp>
      <p:sp>
        <p:nvSpPr>
          <p:cNvPr id="9" name="正方形/長方形 8">
            <a:extLst>
              <a:ext uri="{FF2B5EF4-FFF2-40B4-BE49-F238E27FC236}">
                <a16:creationId xmlns:a16="http://schemas.microsoft.com/office/drawing/2014/main" id="{C27B7D0F-4B69-FEB1-2B09-FB84027C24EB}"/>
              </a:ext>
            </a:extLst>
          </p:cNvPr>
          <p:cNvSpPr/>
          <p:nvPr/>
        </p:nvSpPr>
        <p:spPr>
          <a:xfrm>
            <a:off x="11226800" y="0"/>
            <a:ext cx="965200" cy="762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ログイン画面に戻る</a:t>
            </a:r>
          </a:p>
        </p:txBody>
      </p:sp>
    </p:spTree>
    <p:extLst>
      <p:ext uri="{BB962C8B-B14F-4D97-AF65-F5344CB8AC3E}">
        <p14:creationId xmlns:p14="http://schemas.microsoft.com/office/powerpoint/2010/main" val="5485429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F321F-EB65-6616-E988-823A69B4E1C8}"/>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A67DD3B5-7AF2-FCFD-5A1C-C32F31FE8ADC}"/>
              </a:ext>
            </a:extLst>
          </p:cNvPr>
          <p:cNvSpPr/>
          <p:nvPr/>
        </p:nvSpPr>
        <p:spPr>
          <a:xfrm>
            <a:off x="0" y="0"/>
            <a:ext cx="2726267"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569FB900-62C1-FB04-69B3-99659F2CFC5A}"/>
              </a:ext>
            </a:extLst>
          </p:cNvPr>
          <p:cNvSpPr/>
          <p:nvPr/>
        </p:nvSpPr>
        <p:spPr>
          <a:xfrm>
            <a:off x="0" y="1016000"/>
            <a:ext cx="2726267" cy="762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マイタスクメモ</a:t>
            </a:r>
          </a:p>
        </p:txBody>
      </p:sp>
      <p:sp>
        <p:nvSpPr>
          <p:cNvPr id="8" name="正方形/長方形 7">
            <a:extLst>
              <a:ext uri="{FF2B5EF4-FFF2-40B4-BE49-F238E27FC236}">
                <a16:creationId xmlns:a16="http://schemas.microsoft.com/office/drawing/2014/main" id="{E73ED656-4578-FAED-0E3E-E84CF6D10958}"/>
              </a:ext>
            </a:extLst>
          </p:cNvPr>
          <p:cNvSpPr/>
          <p:nvPr/>
        </p:nvSpPr>
        <p:spPr>
          <a:xfrm>
            <a:off x="0" y="1964266"/>
            <a:ext cx="2726267" cy="762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宿題確認</a:t>
            </a:r>
          </a:p>
        </p:txBody>
      </p:sp>
      <p:sp>
        <p:nvSpPr>
          <p:cNvPr id="16" name="正方形/長方形 15">
            <a:extLst>
              <a:ext uri="{FF2B5EF4-FFF2-40B4-BE49-F238E27FC236}">
                <a16:creationId xmlns:a16="http://schemas.microsoft.com/office/drawing/2014/main" id="{19161694-9DDF-DE90-B86A-A280375FBBF0}"/>
              </a:ext>
            </a:extLst>
          </p:cNvPr>
          <p:cNvSpPr/>
          <p:nvPr/>
        </p:nvSpPr>
        <p:spPr>
          <a:xfrm>
            <a:off x="0" y="4893732"/>
            <a:ext cx="2726267" cy="762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打合せ準備シート</a:t>
            </a:r>
            <a:endParaRPr kumimoji="1" lang="ja-JP" altLang="en-US" dirty="0"/>
          </a:p>
        </p:txBody>
      </p:sp>
      <p:sp>
        <p:nvSpPr>
          <p:cNvPr id="18" name="正方形/長方形 17">
            <a:extLst>
              <a:ext uri="{FF2B5EF4-FFF2-40B4-BE49-F238E27FC236}">
                <a16:creationId xmlns:a16="http://schemas.microsoft.com/office/drawing/2014/main" id="{1E99D7DF-4363-25D4-CCC1-B569D59DB819}"/>
              </a:ext>
            </a:extLst>
          </p:cNvPr>
          <p:cNvSpPr/>
          <p:nvPr/>
        </p:nvSpPr>
        <p:spPr>
          <a:xfrm>
            <a:off x="-3" y="3945466"/>
            <a:ext cx="2726267" cy="762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フォロー記録入力</a:t>
            </a:r>
            <a:endParaRPr kumimoji="1" lang="ja-JP" altLang="en-US" dirty="0"/>
          </a:p>
        </p:txBody>
      </p:sp>
      <p:sp>
        <p:nvSpPr>
          <p:cNvPr id="20" name="正方形/長方形 19">
            <a:extLst>
              <a:ext uri="{FF2B5EF4-FFF2-40B4-BE49-F238E27FC236}">
                <a16:creationId xmlns:a16="http://schemas.microsoft.com/office/drawing/2014/main" id="{DF3B5240-5608-C5CB-B67A-037664240863}"/>
              </a:ext>
            </a:extLst>
          </p:cNvPr>
          <p:cNvSpPr/>
          <p:nvPr/>
        </p:nvSpPr>
        <p:spPr>
          <a:xfrm>
            <a:off x="-3" y="2997200"/>
            <a:ext cx="2726267" cy="762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提出物の状況確認</a:t>
            </a:r>
            <a:endParaRPr kumimoji="1" lang="ja-JP" altLang="en-US" dirty="0"/>
          </a:p>
        </p:txBody>
      </p:sp>
      <p:sp>
        <p:nvSpPr>
          <p:cNvPr id="22" name="正方形/長方形 21">
            <a:extLst>
              <a:ext uri="{FF2B5EF4-FFF2-40B4-BE49-F238E27FC236}">
                <a16:creationId xmlns:a16="http://schemas.microsoft.com/office/drawing/2014/main" id="{811C29CC-775D-92B9-FE63-AD9C5615C400}"/>
              </a:ext>
            </a:extLst>
          </p:cNvPr>
          <p:cNvSpPr/>
          <p:nvPr/>
        </p:nvSpPr>
        <p:spPr>
          <a:xfrm>
            <a:off x="0" y="5875866"/>
            <a:ext cx="2726267" cy="762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お知らせを追加機能</a:t>
            </a:r>
            <a:endParaRPr kumimoji="1" lang="ja-JP" altLang="en-US" dirty="0"/>
          </a:p>
        </p:txBody>
      </p:sp>
      <p:sp>
        <p:nvSpPr>
          <p:cNvPr id="24" name="正方形/長方形 23">
            <a:extLst>
              <a:ext uri="{FF2B5EF4-FFF2-40B4-BE49-F238E27FC236}">
                <a16:creationId xmlns:a16="http://schemas.microsoft.com/office/drawing/2014/main" id="{3EB9724E-FD64-8743-65A8-55365EA7718B}"/>
              </a:ext>
            </a:extLst>
          </p:cNvPr>
          <p:cNvSpPr/>
          <p:nvPr/>
        </p:nvSpPr>
        <p:spPr>
          <a:xfrm>
            <a:off x="-4" y="0"/>
            <a:ext cx="2726267" cy="762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予定表</a:t>
            </a:r>
            <a:endParaRPr kumimoji="1" lang="ja-JP" altLang="en-US" dirty="0"/>
          </a:p>
        </p:txBody>
      </p:sp>
      <p:sp>
        <p:nvSpPr>
          <p:cNvPr id="2" name="正方形/長方形 1">
            <a:extLst>
              <a:ext uri="{FF2B5EF4-FFF2-40B4-BE49-F238E27FC236}">
                <a16:creationId xmlns:a16="http://schemas.microsoft.com/office/drawing/2014/main" id="{A0D9F96D-AB0C-7446-6EAF-28E59F2A1FB0}"/>
              </a:ext>
            </a:extLst>
          </p:cNvPr>
          <p:cNvSpPr/>
          <p:nvPr/>
        </p:nvSpPr>
        <p:spPr>
          <a:xfrm>
            <a:off x="2726263" y="0"/>
            <a:ext cx="9465737" cy="6858000"/>
          </a:xfrm>
          <a:prstGeom prst="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正方形/長方形 4">
            <a:extLst>
              <a:ext uri="{FF2B5EF4-FFF2-40B4-BE49-F238E27FC236}">
                <a16:creationId xmlns:a16="http://schemas.microsoft.com/office/drawing/2014/main" id="{08A5D909-BEC8-C76A-5B01-28B4D48E8CA7}"/>
              </a:ext>
            </a:extLst>
          </p:cNvPr>
          <p:cNvSpPr/>
          <p:nvPr/>
        </p:nvSpPr>
        <p:spPr>
          <a:xfrm>
            <a:off x="2726263" y="762000"/>
            <a:ext cx="9601204" cy="609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0C45CF62-89AE-D80F-0CCF-6B7552BFB91E}"/>
              </a:ext>
            </a:extLst>
          </p:cNvPr>
          <p:cNvSpPr/>
          <p:nvPr/>
        </p:nvSpPr>
        <p:spPr>
          <a:xfrm>
            <a:off x="5452526" y="0"/>
            <a:ext cx="3081866" cy="6773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予定表の場合</a:t>
            </a:r>
          </a:p>
        </p:txBody>
      </p:sp>
      <p:sp>
        <p:nvSpPr>
          <p:cNvPr id="7" name="正方形/長方形 6">
            <a:extLst>
              <a:ext uri="{FF2B5EF4-FFF2-40B4-BE49-F238E27FC236}">
                <a16:creationId xmlns:a16="http://schemas.microsoft.com/office/drawing/2014/main" id="{A019F5D2-5185-234C-B528-ECD928B8EE50}"/>
              </a:ext>
            </a:extLst>
          </p:cNvPr>
          <p:cNvSpPr/>
          <p:nvPr/>
        </p:nvSpPr>
        <p:spPr>
          <a:xfrm>
            <a:off x="10684933" y="0"/>
            <a:ext cx="1507067" cy="762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ログイン画面に戻る</a:t>
            </a:r>
          </a:p>
        </p:txBody>
      </p:sp>
      <p:sp>
        <p:nvSpPr>
          <p:cNvPr id="9" name="正方形/長方形 8">
            <a:extLst>
              <a:ext uri="{FF2B5EF4-FFF2-40B4-BE49-F238E27FC236}">
                <a16:creationId xmlns:a16="http://schemas.microsoft.com/office/drawing/2014/main" id="{3B28F266-7C9B-7CA2-F310-AF2DE7317AFD}"/>
              </a:ext>
            </a:extLst>
          </p:cNvPr>
          <p:cNvSpPr/>
          <p:nvPr/>
        </p:nvSpPr>
        <p:spPr>
          <a:xfrm>
            <a:off x="3395131" y="1286933"/>
            <a:ext cx="8263467" cy="5317065"/>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カレンダー</a:t>
            </a:r>
          </a:p>
        </p:txBody>
      </p:sp>
    </p:spTree>
    <p:extLst>
      <p:ext uri="{BB962C8B-B14F-4D97-AF65-F5344CB8AC3E}">
        <p14:creationId xmlns:p14="http://schemas.microsoft.com/office/powerpoint/2010/main" val="20118569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75029-2A73-0A19-4415-A7684C03C5A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E83ADC7-6B7E-2357-2877-7959EDA42C1B}"/>
              </a:ext>
            </a:extLst>
          </p:cNvPr>
          <p:cNvSpPr/>
          <p:nvPr/>
        </p:nvSpPr>
        <p:spPr>
          <a:xfrm>
            <a:off x="0" y="0"/>
            <a:ext cx="2726267"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4C0BFBA8-D1FE-5E3A-68C8-529E8003BB09}"/>
              </a:ext>
            </a:extLst>
          </p:cNvPr>
          <p:cNvSpPr/>
          <p:nvPr/>
        </p:nvSpPr>
        <p:spPr>
          <a:xfrm>
            <a:off x="0" y="1016000"/>
            <a:ext cx="2726267" cy="762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マイタスクメモ</a:t>
            </a:r>
          </a:p>
        </p:txBody>
      </p:sp>
      <p:sp>
        <p:nvSpPr>
          <p:cNvPr id="8" name="正方形/長方形 7">
            <a:extLst>
              <a:ext uri="{FF2B5EF4-FFF2-40B4-BE49-F238E27FC236}">
                <a16:creationId xmlns:a16="http://schemas.microsoft.com/office/drawing/2014/main" id="{EEAD3DB6-DE40-3AEC-2401-66AE99AE835D}"/>
              </a:ext>
            </a:extLst>
          </p:cNvPr>
          <p:cNvSpPr/>
          <p:nvPr/>
        </p:nvSpPr>
        <p:spPr>
          <a:xfrm>
            <a:off x="0" y="1964266"/>
            <a:ext cx="2726267" cy="762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宿題確認</a:t>
            </a:r>
          </a:p>
        </p:txBody>
      </p:sp>
      <p:sp>
        <p:nvSpPr>
          <p:cNvPr id="16" name="正方形/長方形 15">
            <a:extLst>
              <a:ext uri="{FF2B5EF4-FFF2-40B4-BE49-F238E27FC236}">
                <a16:creationId xmlns:a16="http://schemas.microsoft.com/office/drawing/2014/main" id="{1F826788-494D-1613-7724-D0E31C7DA695}"/>
              </a:ext>
            </a:extLst>
          </p:cNvPr>
          <p:cNvSpPr/>
          <p:nvPr/>
        </p:nvSpPr>
        <p:spPr>
          <a:xfrm>
            <a:off x="0" y="4893732"/>
            <a:ext cx="2726267" cy="762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打合せ準備シート</a:t>
            </a:r>
            <a:endParaRPr kumimoji="1" lang="ja-JP" altLang="en-US" dirty="0"/>
          </a:p>
        </p:txBody>
      </p:sp>
      <p:sp>
        <p:nvSpPr>
          <p:cNvPr id="18" name="正方形/長方形 17">
            <a:extLst>
              <a:ext uri="{FF2B5EF4-FFF2-40B4-BE49-F238E27FC236}">
                <a16:creationId xmlns:a16="http://schemas.microsoft.com/office/drawing/2014/main" id="{F3C4F8E9-C738-352D-B4A4-908553ECFFA5}"/>
              </a:ext>
            </a:extLst>
          </p:cNvPr>
          <p:cNvSpPr/>
          <p:nvPr/>
        </p:nvSpPr>
        <p:spPr>
          <a:xfrm>
            <a:off x="-3" y="3945466"/>
            <a:ext cx="2726267" cy="762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フォロー記録入力</a:t>
            </a:r>
            <a:endParaRPr kumimoji="1" lang="ja-JP" altLang="en-US" dirty="0"/>
          </a:p>
        </p:txBody>
      </p:sp>
      <p:sp>
        <p:nvSpPr>
          <p:cNvPr id="20" name="正方形/長方形 19">
            <a:extLst>
              <a:ext uri="{FF2B5EF4-FFF2-40B4-BE49-F238E27FC236}">
                <a16:creationId xmlns:a16="http://schemas.microsoft.com/office/drawing/2014/main" id="{EC1DECC6-CEB7-C3A0-AC3F-0F75E9048B59}"/>
              </a:ext>
            </a:extLst>
          </p:cNvPr>
          <p:cNvSpPr/>
          <p:nvPr/>
        </p:nvSpPr>
        <p:spPr>
          <a:xfrm>
            <a:off x="-3" y="2997200"/>
            <a:ext cx="2726267" cy="762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提出物の状況確認</a:t>
            </a:r>
            <a:endParaRPr kumimoji="1" lang="ja-JP" altLang="en-US" dirty="0"/>
          </a:p>
        </p:txBody>
      </p:sp>
      <p:sp>
        <p:nvSpPr>
          <p:cNvPr id="22" name="正方形/長方形 21">
            <a:extLst>
              <a:ext uri="{FF2B5EF4-FFF2-40B4-BE49-F238E27FC236}">
                <a16:creationId xmlns:a16="http://schemas.microsoft.com/office/drawing/2014/main" id="{B84AA377-21A5-D5A1-48FB-0048310B4754}"/>
              </a:ext>
            </a:extLst>
          </p:cNvPr>
          <p:cNvSpPr/>
          <p:nvPr/>
        </p:nvSpPr>
        <p:spPr>
          <a:xfrm>
            <a:off x="0" y="5875866"/>
            <a:ext cx="2726267" cy="762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お知らせを追加機能</a:t>
            </a:r>
            <a:endParaRPr kumimoji="1" lang="ja-JP" altLang="en-US" dirty="0"/>
          </a:p>
        </p:txBody>
      </p:sp>
      <p:sp>
        <p:nvSpPr>
          <p:cNvPr id="24" name="正方形/長方形 23">
            <a:extLst>
              <a:ext uri="{FF2B5EF4-FFF2-40B4-BE49-F238E27FC236}">
                <a16:creationId xmlns:a16="http://schemas.microsoft.com/office/drawing/2014/main" id="{87285DF7-357E-B7F6-C409-D18A3CEE3889}"/>
              </a:ext>
            </a:extLst>
          </p:cNvPr>
          <p:cNvSpPr/>
          <p:nvPr/>
        </p:nvSpPr>
        <p:spPr>
          <a:xfrm>
            <a:off x="-4" y="0"/>
            <a:ext cx="2726267" cy="762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予定表</a:t>
            </a:r>
            <a:endParaRPr kumimoji="1" lang="ja-JP" altLang="en-US" dirty="0"/>
          </a:p>
        </p:txBody>
      </p:sp>
      <p:sp>
        <p:nvSpPr>
          <p:cNvPr id="2" name="正方形/長方形 1">
            <a:extLst>
              <a:ext uri="{FF2B5EF4-FFF2-40B4-BE49-F238E27FC236}">
                <a16:creationId xmlns:a16="http://schemas.microsoft.com/office/drawing/2014/main" id="{175EBCF6-9CE6-A615-30A4-D5B413CF3FEA}"/>
              </a:ext>
            </a:extLst>
          </p:cNvPr>
          <p:cNvSpPr/>
          <p:nvPr/>
        </p:nvSpPr>
        <p:spPr>
          <a:xfrm>
            <a:off x="2726263" y="0"/>
            <a:ext cx="9465737" cy="6858000"/>
          </a:xfrm>
          <a:prstGeom prst="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正方形/長方形 4">
            <a:extLst>
              <a:ext uri="{FF2B5EF4-FFF2-40B4-BE49-F238E27FC236}">
                <a16:creationId xmlns:a16="http://schemas.microsoft.com/office/drawing/2014/main" id="{D8E5D739-76FB-C9D6-BC36-871C6E06C059}"/>
              </a:ext>
            </a:extLst>
          </p:cNvPr>
          <p:cNvSpPr/>
          <p:nvPr/>
        </p:nvSpPr>
        <p:spPr>
          <a:xfrm>
            <a:off x="2726263" y="762000"/>
            <a:ext cx="9601204" cy="609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05FF74AE-F568-66EB-5F4B-552CDD228C92}"/>
              </a:ext>
            </a:extLst>
          </p:cNvPr>
          <p:cNvSpPr/>
          <p:nvPr/>
        </p:nvSpPr>
        <p:spPr>
          <a:xfrm>
            <a:off x="5452526" y="0"/>
            <a:ext cx="3081866" cy="6773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マイタスクメモ</a:t>
            </a:r>
          </a:p>
        </p:txBody>
      </p:sp>
      <p:sp>
        <p:nvSpPr>
          <p:cNvPr id="7" name="正方形/長方形 6">
            <a:extLst>
              <a:ext uri="{FF2B5EF4-FFF2-40B4-BE49-F238E27FC236}">
                <a16:creationId xmlns:a16="http://schemas.microsoft.com/office/drawing/2014/main" id="{1938F269-B279-055B-FF99-5AAE908F46A7}"/>
              </a:ext>
            </a:extLst>
          </p:cNvPr>
          <p:cNvSpPr/>
          <p:nvPr/>
        </p:nvSpPr>
        <p:spPr>
          <a:xfrm>
            <a:off x="10684933" y="0"/>
            <a:ext cx="1507067" cy="762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ログイン画面に戻る</a:t>
            </a:r>
          </a:p>
        </p:txBody>
      </p:sp>
      <p:sp>
        <p:nvSpPr>
          <p:cNvPr id="9" name="正方形/長方形 8">
            <a:extLst>
              <a:ext uri="{FF2B5EF4-FFF2-40B4-BE49-F238E27FC236}">
                <a16:creationId xmlns:a16="http://schemas.microsoft.com/office/drawing/2014/main" id="{B501A558-4426-3F0E-8887-FBF28E78237A}"/>
              </a:ext>
            </a:extLst>
          </p:cNvPr>
          <p:cNvSpPr/>
          <p:nvPr/>
        </p:nvSpPr>
        <p:spPr>
          <a:xfrm>
            <a:off x="3217333" y="1202268"/>
            <a:ext cx="8432800" cy="5079999"/>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正方形/長方形 9">
            <a:extLst>
              <a:ext uri="{FF2B5EF4-FFF2-40B4-BE49-F238E27FC236}">
                <a16:creationId xmlns:a16="http://schemas.microsoft.com/office/drawing/2014/main" id="{A9A15A2A-FC55-7509-7536-E98D87D7262E}"/>
              </a:ext>
            </a:extLst>
          </p:cNvPr>
          <p:cNvSpPr/>
          <p:nvPr/>
        </p:nvSpPr>
        <p:spPr>
          <a:xfrm>
            <a:off x="3217333" y="1337733"/>
            <a:ext cx="8432800" cy="1879600"/>
          </a:xfrm>
          <a:prstGeom prst="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やることめも</a:t>
            </a:r>
          </a:p>
        </p:txBody>
      </p:sp>
      <p:sp>
        <p:nvSpPr>
          <p:cNvPr id="12" name="正方形/長方形 11">
            <a:extLst>
              <a:ext uri="{FF2B5EF4-FFF2-40B4-BE49-F238E27FC236}">
                <a16:creationId xmlns:a16="http://schemas.microsoft.com/office/drawing/2014/main" id="{B3B1E838-630A-9293-601B-4ADBD652F30D}"/>
              </a:ext>
            </a:extLst>
          </p:cNvPr>
          <p:cNvSpPr/>
          <p:nvPr/>
        </p:nvSpPr>
        <p:spPr>
          <a:xfrm>
            <a:off x="3242731" y="3886200"/>
            <a:ext cx="8432800" cy="1879600"/>
          </a:xfrm>
          <a:prstGeom prst="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確認めも</a:t>
            </a:r>
          </a:p>
        </p:txBody>
      </p:sp>
    </p:spTree>
    <p:extLst>
      <p:ext uri="{BB962C8B-B14F-4D97-AF65-F5344CB8AC3E}">
        <p14:creationId xmlns:p14="http://schemas.microsoft.com/office/powerpoint/2010/main" val="22664282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9BBE8-DBC7-FD51-E937-3EF51F5ED117}"/>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7BEC5FC2-FF32-18B9-2944-4F12D107C162}"/>
              </a:ext>
            </a:extLst>
          </p:cNvPr>
          <p:cNvSpPr/>
          <p:nvPr/>
        </p:nvSpPr>
        <p:spPr>
          <a:xfrm>
            <a:off x="0" y="0"/>
            <a:ext cx="2726267"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C5952C21-B76C-16A3-C8DB-23E43FBB709C}"/>
              </a:ext>
            </a:extLst>
          </p:cNvPr>
          <p:cNvSpPr/>
          <p:nvPr/>
        </p:nvSpPr>
        <p:spPr>
          <a:xfrm>
            <a:off x="0" y="1016000"/>
            <a:ext cx="2726267" cy="762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マイタスクメモ</a:t>
            </a:r>
          </a:p>
        </p:txBody>
      </p:sp>
      <p:sp>
        <p:nvSpPr>
          <p:cNvPr id="8" name="正方形/長方形 7">
            <a:extLst>
              <a:ext uri="{FF2B5EF4-FFF2-40B4-BE49-F238E27FC236}">
                <a16:creationId xmlns:a16="http://schemas.microsoft.com/office/drawing/2014/main" id="{145BD95C-BFD2-C2F5-12F6-4FB13B65945B}"/>
              </a:ext>
            </a:extLst>
          </p:cNvPr>
          <p:cNvSpPr/>
          <p:nvPr/>
        </p:nvSpPr>
        <p:spPr>
          <a:xfrm>
            <a:off x="0" y="1964266"/>
            <a:ext cx="2726267" cy="762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宿題確認</a:t>
            </a:r>
          </a:p>
        </p:txBody>
      </p:sp>
      <p:sp>
        <p:nvSpPr>
          <p:cNvPr id="16" name="正方形/長方形 15">
            <a:extLst>
              <a:ext uri="{FF2B5EF4-FFF2-40B4-BE49-F238E27FC236}">
                <a16:creationId xmlns:a16="http://schemas.microsoft.com/office/drawing/2014/main" id="{A4100F4C-2E72-D683-AFDE-90C2A1F83725}"/>
              </a:ext>
            </a:extLst>
          </p:cNvPr>
          <p:cNvSpPr/>
          <p:nvPr/>
        </p:nvSpPr>
        <p:spPr>
          <a:xfrm>
            <a:off x="0" y="4893732"/>
            <a:ext cx="2726267" cy="762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打合せ準備シート</a:t>
            </a:r>
            <a:endParaRPr kumimoji="1" lang="ja-JP" altLang="en-US" dirty="0"/>
          </a:p>
        </p:txBody>
      </p:sp>
      <p:sp>
        <p:nvSpPr>
          <p:cNvPr id="18" name="正方形/長方形 17">
            <a:extLst>
              <a:ext uri="{FF2B5EF4-FFF2-40B4-BE49-F238E27FC236}">
                <a16:creationId xmlns:a16="http://schemas.microsoft.com/office/drawing/2014/main" id="{9B77595F-B0E4-C401-146F-DD1252EB4035}"/>
              </a:ext>
            </a:extLst>
          </p:cNvPr>
          <p:cNvSpPr/>
          <p:nvPr/>
        </p:nvSpPr>
        <p:spPr>
          <a:xfrm>
            <a:off x="-3" y="3945466"/>
            <a:ext cx="2726267" cy="762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フォロー記録入力</a:t>
            </a:r>
            <a:endParaRPr kumimoji="1" lang="ja-JP" altLang="en-US" dirty="0"/>
          </a:p>
        </p:txBody>
      </p:sp>
      <p:sp>
        <p:nvSpPr>
          <p:cNvPr id="20" name="正方形/長方形 19">
            <a:extLst>
              <a:ext uri="{FF2B5EF4-FFF2-40B4-BE49-F238E27FC236}">
                <a16:creationId xmlns:a16="http://schemas.microsoft.com/office/drawing/2014/main" id="{AC86092E-F902-3D60-65D2-30ABF00B66F4}"/>
              </a:ext>
            </a:extLst>
          </p:cNvPr>
          <p:cNvSpPr/>
          <p:nvPr/>
        </p:nvSpPr>
        <p:spPr>
          <a:xfrm>
            <a:off x="-3" y="2997200"/>
            <a:ext cx="2726267" cy="762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提出物の状況確認</a:t>
            </a:r>
            <a:endParaRPr kumimoji="1" lang="ja-JP" altLang="en-US" dirty="0"/>
          </a:p>
        </p:txBody>
      </p:sp>
      <p:sp>
        <p:nvSpPr>
          <p:cNvPr id="22" name="正方形/長方形 21">
            <a:extLst>
              <a:ext uri="{FF2B5EF4-FFF2-40B4-BE49-F238E27FC236}">
                <a16:creationId xmlns:a16="http://schemas.microsoft.com/office/drawing/2014/main" id="{505C4E4D-0516-6D3E-464B-CAE18C781501}"/>
              </a:ext>
            </a:extLst>
          </p:cNvPr>
          <p:cNvSpPr/>
          <p:nvPr/>
        </p:nvSpPr>
        <p:spPr>
          <a:xfrm>
            <a:off x="0" y="5875866"/>
            <a:ext cx="2726267" cy="762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お知らせを追加機能</a:t>
            </a:r>
            <a:endParaRPr kumimoji="1" lang="ja-JP" altLang="en-US" dirty="0"/>
          </a:p>
        </p:txBody>
      </p:sp>
      <p:sp>
        <p:nvSpPr>
          <p:cNvPr id="24" name="正方形/長方形 23">
            <a:extLst>
              <a:ext uri="{FF2B5EF4-FFF2-40B4-BE49-F238E27FC236}">
                <a16:creationId xmlns:a16="http://schemas.microsoft.com/office/drawing/2014/main" id="{035D6106-C808-5797-4D2A-94C5A8070393}"/>
              </a:ext>
            </a:extLst>
          </p:cNvPr>
          <p:cNvSpPr/>
          <p:nvPr/>
        </p:nvSpPr>
        <p:spPr>
          <a:xfrm>
            <a:off x="-4" y="0"/>
            <a:ext cx="2726267" cy="762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予定表</a:t>
            </a:r>
            <a:endParaRPr kumimoji="1" lang="ja-JP" altLang="en-US" dirty="0"/>
          </a:p>
        </p:txBody>
      </p:sp>
      <p:sp>
        <p:nvSpPr>
          <p:cNvPr id="2" name="正方形/長方形 1">
            <a:extLst>
              <a:ext uri="{FF2B5EF4-FFF2-40B4-BE49-F238E27FC236}">
                <a16:creationId xmlns:a16="http://schemas.microsoft.com/office/drawing/2014/main" id="{77165EE3-2672-6CF0-D21F-6DEAB19343F5}"/>
              </a:ext>
            </a:extLst>
          </p:cNvPr>
          <p:cNvSpPr/>
          <p:nvPr/>
        </p:nvSpPr>
        <p:spPr>
          <a:xfrm>
            <a:off x="2726263" y="0"/>
            <a:ext cx="9465737" cy="6858000"/>
          </a:xfrm>
          <a:prstGeom prst="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正方形/長方形 4">
            <a:extLst>
              <a:ext uri="{FF2B5EF4-FFF2-40B4-BE49-F238E27FC236}">
                <a16:creationId xmlns:a16="http://schemas.microsoft.com/office/drawing/2014/main" id="{1322AF6E-4FE9-3752-79BF-D78D1BDA6974}"/>
              </a:ext>
            </a:extLst>
          </p:cNvPr>
          <p:cNvSpPr/>
          <p:nvPr/>
        </p:nvSpPr>
        <p:spPr>
          <a:xfrm>
            <a:off x="2590796" y="711200"/>
            <a:ext cx="9601204" cy="609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B7A7C586-C1BF-56A9-F686-0AF9B49F93D7}"/>
              </a:ext>
            </a:extLst>
          </p:cNvPr>
          <p:cNvSpPr/>
          <p:nvPr/>
        </p:nvSpPr>
        <p:spPr>
          <a:xfrm>
            <a:off x="5452526" y="0"/>
            <a:ext cx="3081866" cy="6773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宿題確認</a:t>
            </a:r>
          </a:p>
        </p:txBody>
      </p:sp>
      <p:sp>
        <p:nvSpPr>
          <p:cNvPr id="7" name="正方形/長方形 6">
            <a:extLst>
              <a:ext uri="{FF2B5EF4-FFF2-40B4-BE49-F238E27FC236}">
                <a16:creationId xmlns:a16="http://schemas.microsoft.com/office/drawing/2014/main" id="{6F7705E4-1DB3-73CA-EFB2-DD260344D83C}"/>
              </a:ext>
            </a:extLst>
          </p:cNvPr>
          <p:cNvSpPr/>
          <p:nvPr/>
        </p:nvSpPr>
        <p:spPr>
          <a:xfrm>
            <a:off x="10684933" y="0"/>
            <a:ext cx="1507067" cy="762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ログイン画面に戻る</a:t>
            </a:r>
          </a:p>
        </p:txBody>
      </p:sp>
      <p:sp>
        <p:nvSpPr>
          <p:cNvPr id="9" name="正方形/長方形 8">
            <a:extLst>
              <a:ext uri="{FF2B5EF4-FFF2-40B4-BE49-F238E27FC236}">
                <a16:creationId xmlns:a16="http://schemas.microsoft.com/office/drawing/2014/main" id="{71EA56D0-CD81-7CD0-264F-E10BF7EF14D0}"/>
              </a:ext>
            </a:extLst>
          </p:cNvPr>
          <p:cNvSpPr/>
          <p:nvPr/>
        </p:nvSpPr>
        <p:spPr>
          <a:xfrm>
            <a:off x="3031065" y="1134531"/>
            <a:ext cx="8720666" cy="1151467"/>
          </a:xfrm>
          <a:prstGeom prst="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宿題の名前</a:t>
            </a:r>
            <a:endParaRPr kumimoji="1" lang="en-US" altLang="ja-JP" dirty="0"/>
          </a:p>
        </p:txBody>
      </p:sp>
      <p:sp>
        <p:nvSpPr>
          <p:cNvPr id="10" name="正方形/長方形 9">
            <a:extLst>
              <a:ext uri="{FF2B5EF4-FFF2-40B4-BE49-F238E27FC236}">
                <a16:creationId xmlns:a16="http://schemas.microsoft.com/office/drawing/2014/main" id="{63037652-FF87-F6A3-D801-62BE262FC914}"/>
              </a:ext>
            </a:extLst>
          </p:cNvPr>
          <p:cNvSpPr/>
          <p:nvPr/>
        </p:nvSpPr>
        <p:spPr>
          <a:xfrm>
            <a:off x="9160935" y="1388536"/>
            <a:ext cx="1015996" cy="7619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確認済み</a:t>
            </a:r>
            <a:r>
              <a:rPr lang="en-US" altLang="ja-JP" dirty="0"/>
              <a:t>OR</a:t>
            </a:r>
            <a:r>
              <a:rPr lang="ja-JP" altLang="en-US" dirty="0"/>
              <a:t>再提出</a:t>
            </a:r>
            <a:endParaRPr kumimoji="1" lang="ja-JP" altLang="en-US" dirty="0"/>
          </a:p>
        </p:txBody>
      </p:sp>
      <p:sp>
        <p:nvSpPr>
          <p:cNvPr id="12" name="正方形/長方形 11">
            <a:extLst>
              <a:ext uri="{FF2B5EF4-FFF2-40B4-BE49-F238E27FC236}">
                <a16:creationId xmlns:a16="http://schemas.microsoft.com/office/drawing/2014/main" id="{DDD0C3F3-DAC4-3692-846C-A9B29233A27E}"/>
              </a:ext>
            </a:extLst>
          </p:cNvPr>
          <p:cNvSpPr/>
          <p:nvPr/>
        </p:nvSpPr>
        <p:spPr>
          <a:xfrm>
            <a:off x="2946400" y="2912533"/>
            <a:ext cx="8720666" cy="1151467"/>
          </a:xfrm>
          <a:prstGeom prst="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宿題の名前</a:t>
            </a:r>
            <a:endParaRPr kumimoji="1" lang="en-US" altLang="ja-JP" dirty="0"/>
          </a:p>
        </p:txBody>
      </p:sp>
      <p:sp>
        <p:nvSpPr>
          <p:cNvPr id="14" name="正方形/長方形 13">
            <a:extLst>
              <a:ext uri="{FF2B5EF4-FFF2-40B4-BE49-F238E27FC236}">
                <a16:creationId xmlns:a16="http://schemas.microsoft.com/office/drawing/2014/main" id="{B1A03196-BF4C-67BD-C431-C1DCFCAB4BDA}"/>
              </a:ext>
            </a:extLst>
          </p:cNvPr>
          <p:cNvSpPr/>
          <p:nvPr/>
        </p:nvSpPr>
        <p:spPr>
          <a:xfrm>
            <a:off x="3098797" y="4588930"/>
            <a:ext cx="8720666" cy="1151467"/>
          </a:xfrm>
          <a:prstGeom prst="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宿題の名前</a:t>
            </a:r>
            <a:endParaRPr kumimoji="1" lang="en-US" altLang="ja-JP" dirty="0"/>
          </a:p>
        </p:txBody>
      </p:sp>
      <p:sp>
        <p:nvSpPr>
          <p:cNvPr id="27" name="正方形/長方形 26">
            <a:extLst>
              <a:ext uri="{FF2B5EF4-FFF2-40B4-BE49-F238E27FC236}">
                <a16:creationId xmlns:a16="http://schemas.microsoft.com/office/drawing/2014/main" id="{02279BA4-236E-0615-56BA-D2DE940208FA}"/>
              </a:ext>
            </a:extLst>
          </p:cNvPr>
          <p:cNvSpPr/>
          <p:nvPr/>
        </p:nvSpPr>
        <p:spPr>
          <a:xfrm>
            <a:off x="9160936" y="4707466"/>
            <a:ext cx="1015996" cy="7619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確認済み</a:t>
            </a:r>
            <a:r>
              <a:rPr lang="en-US" altLang="ja-JP" dirty="0"/>
              <a:t>OR</a:t>
            </a:r>
            <a:r>
              <a:rPr lang="ja-JP" altLang="en-US" dirty="0"/>
              <a:t>再提出</a:t>
            </a:r>
            <a:endParaRPr kumimoji="1" lang="ja-JP" altLang="en-US" dirty="0"/>
          </a:p>
        </p:txBody>
      </p:sp>
      <p:sp>
        <p:nvSpPr>
          <p:cNvPr id="29" name="正方形/長方形 28">
            <a:extLst>
              <a:ext uri="{FF2B5EF4-FFF2-40B4-BE49-F238E27FC236}">
                <a16:creationId xmlns:a16="http://schemas.microsoft.com/office/drawing/2014/main" id="{C758B447-DA43-D7E0-950C-3F4559D45440}"/>
              </a:ext>
            </a:extLst>
          </p:cNvPr>
          <p:cNvSpPr/>
          <p:nvPr/>
        </p:nvSpPr>
        <p:spPr>
          <a:xfrm>
            <a:off x="9245600" y="3090332"/>
            <a:ext cx="931331" cy="7619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確認済み</a:t>
            </a:r>
            <a:r>
              <a:rPr lang="en-US" altLang="ja-JP" dirty="0"/>
              <a:t>OR</a:t>
            </a:r>
            <a:r>
              <a:rPr lang="ja-JP" altLang="en-US" dirty="0"/>
              <a:t>再提出</a:t>
            </a:r>
            <a:endParaRPr kumimoji="1" lang="ja-JP" altLang="en-US" dirty="0"/>
          </a:p>
        </p:txBody>
      </p:sp>
      <p:sp>
        <p:nvSpPr>
          <p:cNvPr id="30" name="正方形/長方形 29">
            <a:extLst>
              <a:ext uri="{FF2B5EF4-FFF2-40B4-BE49-F238E27FC236}">
                <a16:creationId xmlns:a16="http://schemas.microsoft.com/office/drawing/2014/main" id="{786DD927-A6D7-DAAE-5D44-1DC88F2039F5}"/>
              </a:ext>
            </a:extLst>
          </p:cNvPr>
          <p:cNvSpPr/>
          <p:nvPr/>
        </p:nvSpPr>
        <p:spPr>
          <a:xfrm>
            <a:off x="10617200" y="1202265"/>
            <a:ext cx="1015996" cy="9821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宿題を見る</a:t>
            </a:r>
            <a:endParaRPr kumimoji="1" lang="en-US" altLang="ja-JP" dirty="0"/>
          </a:p>
        </p:txBody>
      </p:sp>
      <p:sp>
        <p:nvSpPr>
          <p:cNvPr id="32" name="正方形/長方形 31">
            <a:extLst>
              <a:ext uri="{FF2B5EF4-FFF2-40B4-BE49-F238E27FC236}">
                <a16:creationId xmlns:a16="http://schemas.microsoft.com/office/drawing/2014/main" id="{20213F75-FB51-7C33-5931-49C7B95A16F6}"/>
              </a:ext>
            </a:extLst>
          </p:cNvPr>
          <p:cNvSpPr/>
          <p:nvPr/>
        </p:nvSpPr>
        <p:spPr>
          <a:xfrm>
            <a:off x="10481732" y="2997198"/>
            <a:ext cx="1015996" cy="9821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宿題を見る</a:t>
            </a:r>
            <a:endParaRPr kumimoji="1" lang="en-US" altLang="ja-JP" dirty="0"/>
          </a:p>
        </p:txBody>
      </p:sp>
      <p:sp>
        <p:nvSpPr>
          <p:cNvPr id="34" name="正方形/長方形 33">
            <a:extLst>
              <a:ext uri="{FF2B5EF4-FFF2-40B4-BE49-F238E27FC236}">
                <a16:creationId xmlns:a16="http://schemas.microsoft.com/office/drawing/2014/main" id="{101BAE78-A80B-E4D7-A1E9-789719FD3A34}"/>
              </a:ext>
            </a:extLst>
          </p:cNvPr>
          <p:cNvSpPr/>
          <p:nvPr/>
        </p:nvSpPr>
        <p:spPr>
          <a:xfrm>
            <a:off x="10600267" y="4614334"/>
            <a:ext cx="1015996" cy="9821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宿題を見る</a:t>
            </a:r>
            <a:endParaRPr kumimoji="1" lang="en-US" altLang="ja-JP" dirty="0"/>
          </a:p>
        </p:txBody>
      </p:sp>
    </p:spTree>
    <p:extLst>
      <p:ext uri="{BB962C8B-B14F-4D97-AF65-F5344CB8AC3E}">
        <p14:creationId xmlns:p14="http://schemas.microsoft.com/office/powerpoint/2010/main" val="29157031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69606-28F7-7EFB-8D2A-169CCBF26E3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DD745A48-2B28-F1E6-A270-EE2796EE9D76}"/>
              </a:ext>
            </a:extLst>
          </p:cNvPr>
          <p:cNvSpPr/>
          <p:nvPr/>
        </p:nvSpPr>
        <p:spPr>
          <a:xfrm>
            <a:off x="0" y="0"/>
            <a:ext cx="2726267"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9B73C26F-3268-FAA9-DA6A-F26E63705E36}"/>
              </a:ext>
            </a:extLst>
          </p:cNvPr>
          <p:cNvSpPr/>
          <p:nvPr/>
        </p:nvSpPr>
        <p:spPr>
          <a:xfrm>
            <a:off x="0" y="1016000"/>
            <a:ext cx="2726267" cy="762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マイタスクメモ</a:t>
            </a:r>
          </a:p>
        </p:txBody>
      </p:sp>
      <p:sp>
        <p:nvSpPr>
          <p:cNvPr id="8" name="正方形/長方形 7">
            <a:extLst>
              <a:ext uri="{FF2B5EF4-FFF2-40B4-BE49-F238E27FC236}">
                <a16:creationId xmlns:a16="http://schemas.microsoft.com/office/drawing/2014/main" id="{3B1814E5-7828-7755-CCF6-BA7B1E5A2269}"/>
              </a:ext>
            </a:extLst>
          </p:cNvPr>
          <p:cNvSpPr/>
          <p:nvPr/>
        </p:nvSpPr>
        <p:spPr>
          <a:xfrm>
            <a:off x="0" y="1964266"/>
            <a:ext cx="2726267" cy="762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宿題確認</a:t>
            </a:r>
          </a:p>
        </p:txBody>
      </p:sp>
      <p:sp>
        <p:nvSpPr>
          <p:cNvPr id="16" name="正方形/長方形 15">
            <a:extLst>
              <a:ext uri="{FF2B5EF4-FFF2-40B4-BE49-F238E27FC236}">
                <a16:creationId xmlns:a16="http://schemas.microsoft.com/office/drawing/2014/main" id="{B91E8FB0-4C37-66A6-6EE8-F9AD62FF5A13}"/>
              </a:ext>
            </a:extLst>
          </p:cNvPr>
          <p:cNvSpPr/>
          <p:nvPr/>
        </p:nvSpPr>
        <p:spPr>
          <a:xfrm>
            <a:off x="0" y="4893732"/>
            <a:ext cx="2726267" cy="762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打合せ準備シート</a:t>
            </a:r>
            <a:endParaRPr kumimoji="1" lang="ja-JP" altLang="en-US" dirty="0"/>
          </a:p>
        </p:txBody>
      </p:sp>
      <p:sp>
        <p:nvSpPr>
          <p:cNvPr id="18" name="正方形/長方形 17">
            <a:extLst>
              <a:ext uri="{FF2B5EF4-FFF2-40B4-BE49-F238E27FC236}">
                <a16:creationId xmlns:a16="http://schemas.microsoft.com/office/drawing/2014/main" id="{90DEA958-D337-DA13-E52D-477DA9C22078}"/>
              </a:ext>
            </a:extLst>
          </p:cNvPr>
          <p:cNvSpPr/>
          <p:nvPr/>
        </p:nvSpPr>
        <p:spPr>
          <a:xfrm>
            <a:off x="-3" y="3945466"/>
            <a:ext cx="2726267" cy="762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フォロー記録入力</a:t>
            </a:r>
            <a:endParaRPr kumimoji="1" lang="ja-JP" altLang="en-US" dirty="0"/>
          </a:p>
        </p:txBody>
      </p:sp>
      <p:sp>
        <p:nvSpPr>
          <p:cNvPr id="20" name="正方形/長方形 19">
            <a:extLst>
              <a:ext uri="{FF2B5EF4-FFF2-40B4-BE49-F238E27FC236}">
                <a16:creationId xmlns:a16="http://schemas.microsoft.com/office/drawing/2014/main" id="{E17BFF9A-E91F-AA14-E53C-17E221CB564E}"/>
              </a:ext>
            </a:extLst>
          </p:cNvPr>
          <p:cNvSpPr/>
          <p:nvPr/>
        </p:nvSpPr>
        <p:spPr>
          <a:xfrm>
            <a:off x="-3" y="2997200"/>
            <a:ext cx="2726267" cy="762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提出物の状況確認</a:t>
            </a:r>
            <a:endParaRPr kumimoji="1" lang="ja-JP" altLang="en-US" dirty="0"/>
          </a:p>
        </p:txBody>
      </p:sp>
      <p:sp>
        <p:nvSpPr>
          <p:cNvPr id="22" name="正方形/長方形 21">
            <a:extLst>
              <a:ext uri="{FF2B5EF4-FFF2-40B4-BE49-F238E27FC236}">
                <a16:creationId xmlns:a16="http://schemas.microsoft.com/office/drawing/2014/main" id="{B5D56458-E5E8-F60C-FAC7-B48D1A95E044}"/>
              </a:ext>
            </a:extLst>
          </p:cNvPr>
          <p:cNvSpPr/>
          <p:nvPr/>
        </p:nvSpPr>
        <p:spPr>
          <a:xfrm>
            <a:off x="0" y="5875866"/>
            <a:ext cx="2726267" cy="762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お知らせを追加機能</a:t>
            </a:r>
            <a:endParaRPr kumimoji="1" lang="ja-JP" altLang="en-US" dirty="0"/>
          </a:p>
        </p:txBody>
      </p:sp>
      <p:sp>
        <p:nvSpPr>
          <p:cNvPr id="24" name="正方形/長方形 23">
            <a:extLst>
              <a:ext uri="{FF2B5EF4-FFF2-40B4-BE49-F238E27FC236}">
                <a16:creationId xmlns:a16="http://schemas.microsoft.com/office/drawing/2014/main" id="{7A195BD2-07EA-286C-40EF-DFC79E47E37D}"/>
              </a:ext>
            </a:extLst>
          </p:cNvPr>
          <p:cNvSpPr/>
          <p:nvPr/>
        </p:nvSpPr>
        <p:spPr>
          <a:xfrm>
            <a:off x="-4" y="0"/>
            <a:ext cx="2726267" cy="762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予定表</a:t>
            </a:r>
            <a:endParaRPr kumimoji="1" lang="ja-JP" altLang="en-US" dirty="0"/>
          </a:p>
        </p:txBody>
      </p:sp>
      <p:sp>
        <p:nvSpPr>
          <p:cNvPr id="2" name="正方形/長方形 1">
            <a:extLst>
              <a:ext uri="{FF2B5EF4-FFF2-40B4-BE49-F238E27FC236}">
                <a16:creationId xmlns:a16="http://schemas.microsoft.com/office/drawing/2014/main" id="{55F8B72E-0E50-FC29-F2CC-01D624B8B065}"/>
              </a:ext>
            </a:extLst>
          </p:cNvPr>
          <p:cNvSpPr/>
          <p:nvPr/>
        </p:nvSpPr>
        <p:spPr>
          <a:xfrm>
            <a:off x="2726263" y="0"/>
            <a:ext cx="9465737" cy="6858000"/>
          </a:xfrm>
          <a:prstGeom prst="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正方形/長方形 4">
            <a:extLst>
              <a:ext uri="{FF2B5EF4-FFF2-40B4-BE49-F238E27FC236}">
                <a16:creationId xmlns:a16="http://schemas.microsoft.com/office/drawing/2014/main" id="{3F4F26D6-0538-C2C2-788E-5A7EF1F62350}"/>
              </a:ext>
            </a:extLst>
          </p:cNvPr>
          <p:cNvSpPr/>
          <p:nvPr/>
        </p:nvSpPr>
        <p:spPr>
          <a:xfrm>
            <a:off x="2785521" y="817034"/>
            <a:ext cx="9601204" cy="609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ここにはそれぞれの項目のものを表示する</a:t>
            </a:r>
          </a:p>
        </p:txBody>
      </p:sp>
      <p:sp>
        <p:nvSpPr>
          <p:cNvPr id="9" name="正方形/長方形 8">
            <a:extLst>
              <a:ext uri="{FF2B5EF4-FFF2-40B4-BE49-F238E27FC236}">
                <a16:creationId xmlns:a16="http://schemas.microsoft.com/office/drawing/2014/main" id="{4F02C6A3-FD46-86BA-A588-9CC0AB2DCFF9}"/>
              </a:ext>
            </a:extLst>
          </p:cNvPr>
          <p:cNvSpPr/>
          <p:nvPr/>
        </p:nvSpPr>
        <p:spPr>
          <a:xfrm>
            <a:off x="11226800" y="0"/>
            <a:ext cx="965200" cy="762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ログイン画面に戻る</a:t>
            </a:r>
          </a:p>
        </p:txBody>
      </p:sp>
      <p:sp>
        <p:nvSpPr>
          <p:cNvPr id="6" name="正方形/長方形 5">
            <a:extLst>
              <a:ext uri="{FF2B5EF4-FFF2-40B4-BE49-F238E27FC236}">
                <a16:creationId xmlns:a16="http://schemas.microsoft.com/office/drawing/2014/main" id="{F0A035B0-22F4-8203-A403-A0E4A3A663BB}"/>
              </a:ext>
            </a:extLst>
          </p:cNvPr>
          <p:cNvSpPr/>
          <p:nvPr/>
        </p:nvSpPr>
        <p:spPr>
          <a:xfrm>
            <a:off x="4682063" y="110067"/>
            <a:ext cx="4588933" cy="5418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提出状況の確認（提出済みの場合）</a:t>
            </a:r>
          </a:p>
        </p:txBody>
      </p:sp>
      <p:sp>
        <p:nvSpPr>
          <p:cNvPr id="7" name="正方形/長方形 6">
            <a:extLst>
              <a:ext uri="{FF2B5EF4-FFF2-40B4-BE49-F238E27FC236}">
                <a16:creationId xmlns:a16="http://schemas.microsoft.com/office/drawing/2014/main" id="{A480BB24-D14E-EEA6-9A01-A3E68935B4F7}"/>
              </a:ext>
            </a:extLst>
          </p:cNvPr>
          <p:cNvSpPr/>
          <p:nvPr/>
        </p:nvSpPr>
        <p:spPr>
          <a:xfrm>
            <a:off x="2726262" y="745067"/>
            <a:ext cx="4588933" cy="762000"/>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提出済み（確認済み）</a:t>
            </a:r>
          </a:p>
        </p:txBody>
      </p:sp>
      <p:sp>
        <p:nvSpPr>
          <p:cNvPr id="11" name="正方形/長方形 10">
            <a:extLst>
              <a:ext uri="{FF2B5EF4-FFF2-40B4-BE49-F238E27FC236}">
                <a16:creationId xmlns:a16="http://schemas.microsoft.com/office/drawing/2014/main" id="{816D048C-69AE-8230-12C4-8A028D6042FC}"/>
              </a:ext>
            </a:extLst>
          </p:cNvPr>
          <p:cNvSpPr/>
          <p:nvPr/>
        </p:nvSpPr>
        <p:spPr>
          <a:xfrm>
            <a:off x="7670800" y="762000"/>
            <a:ext cx="4588933" cy="762000"/>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未提出</a:t>
            </a:r>
          </a:p>
        </p:txBody>
      </p:sp>
      <p:sp>
        <p:nvSpPr>
          <p:cNvPr id="14" name="正方形/長方形 13">
            <a:extLst>
              <a:ext uri="{FF2B5EF4-FFF2-40B4-BE49-F238E27FC236}">
                <a16:creationId xmlns:a16="http://schemas.microsoft.com/office/drawing/2014/main" id="{46BD914A-43FB-BBF5-69FE-B6D6EB412E8D}"/>
              </a:ext>
            </a:extLst>
          </p:cNvPr>
          <p:cNvSpPr/>
          <p:nvPr/>
        </p:nvSpPr>
        <p:spPr>
          <a:xfrm>
            <a:off x="2887126" y="1794932"/>
            <a:ext cx="8991600" cy="609601"/>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宿題名　</a:t>
            </a:r>
          </a:p>
        </p:txBody>
      </p:sp>
      <p:sp>
        <p:nvSpPr>
          <p:cNvPr id="15" name="正方形/長方形 14">
            <a:extLst>
              <a:ext uri="{FF2B5EF4-FFF2-40B4-BE49-F238E27FC236}">
                <a16:creationId xmlns:a16="http://schemas.microsoft.com/office/drawing/2014/main" id="{7BD19D29-4A4E-6A2C-30D9-6E91B23082F8}"/>
              </a:ext>
            </a:extLst>
          </p:cNvPr>
          <p:cNvSpPr/>
          <p:nvPr/>
        </p:nvSpPr>
        <p:spPr>
          <a:xfrm>
            <a:off x="9474186" y="1862664"/>
            <a:ext cx="948267" cy="4741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提出確認日</a:t>
            </a:r>
          </a:p>
        </p:txBody>
      </p:sp>
      <p:sp>
        <p:nvSpPr>
          <p:cNvPr id="17" name="正方形/長方形 16">
            <a:extLst>
              <a:ext uri="{FF2B5EF4-FFF2-40B4-BE49-F238E27FC236}">
                <a16:creationId xmlns:a16="http://schemas.microsoft.com/office/drawing/2014/main" id="{44804A32-1ADB-DC05-6DBA-D2BC82EF59C2}"/>
              </a:ext>
            </a:extLst>
          </p:cNvPr>
          <p:cNvSpPr/>
          <p:nvPr/>
        </p:nvSpPr>
        <p:spPr>
          <a:xfrm>
            <a:off x="10600267" y="1794932"/>
            <a:ext cx="948267" cy="5418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再提出の要求</a:t>
            </a:r>
          </a:p>
        </p:txBody>
      </p:sp>
      <p:sp>
        <p:nvSpPr>
          <p:cNvPr id="19" name="正方形/長方形 18">
            <a:extLst>
              <a:ext uri="{FF2B5EF4-FFF2-40B4-BE49-F238E27FC236}">
                <a16:creationId xmlns:a16="http://schemas.microsoft.com/office/drawing/2014/main" id="{2247A48B-0BCE-531F-3E1D-9D268D63D329}"/>
              </a:ext>
            </a:extLst>
          </p:cNvPr>
          <p:cNvSpPr/>
          <p:nvPr/>
        </p:nvSpPr>
        <p:spPr>
          <a:xfrm>
            <a:off x="2887126" y="1862664"/>
            <a:ext cx="948267" cy="4741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ピン止め</a:t>
            </a:r>
          </a:p>
        </p:txBody>
      </p:sp>
      <p:sp>
        <p:nvSpPr>
          <p:cNvPr id="23" name="正方形/長方形 22">
            <a:extLst>
              <a:ext uri="{FF2B5EF4-FFF2-40B4-BE49-F238E27FC236}">
                <a16:creationId xmlns:a16="http://schemas.microsoft.com/office/drawing/2014/main" id="{3AD379AB-5348-3A48-DE9F-42CC3BE7625C}"/>
              </a:ext>
            </a:extLst>
          </p:cNvPr>
          <p:cNvSpPr/>
          <p:nvPr/>
        </p:nvSpPr>
        <p:spPr>
          <a:xfrm>
            <a:off x="2963331" y="3318931"/>
            <a:ext cx="8991600" cy="609601"/>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宿題名　</a:t>
            </a:r>
          </a:p>
        </p:txBody>
      </p:sp>
      <p:sp>
        <p:nvSpPr>
          <p:cNvPr id="26" name="正方形/長方形 25">
            <a:extLst>
              <a:ext uri="{FF2B5EF4-FFF2-40B4-BE49-F238E27FC236}">
                <a16:creationId xmlns:a16="http://schemas.microsoft.com/office/drawing/2014/main" id="{1FDFD841-AD57-490D-57D9-34DD7551387A}"/>
              </a:ext>
            </a:extLst>
          </p:cNvPr>
          <p:cNvSpPr/>
          <p:nvPr/>
        </p:nvSpPr>
        <p:spPr>
          <a:xfrm>
            <a:off x="2963331" y="4114799"/>
            <a:ext cx="8991600" cy="609601"/>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宿題名　</a:t>
            </a:r>
          </a:p>
        </p:txBody>
      </p:sp>
      <p:sp>
        <p:nvSpPr>
          <p:cNvPr id="28" name="正方形/長方形 27">
            <a:extLst>
              <a:ext uri="{FF2B5EF4-FFF2-40B4-BE49-F238E27FC236}">
                <a16:creationId xmlns:a16="http://schemas.microsoft.com/office/drawing/2014/main" id="{80FEB96C-F534-2F15-2031-BEF5A3859A40}"/>
              </a:ext>
            </a:extLst>
          </p:cNvPr>
          <p:cNvSpPr/>
          <p:nvPr/>
        </p:nvSpPr>
        <p:spPr>
          <a:xfrm>
            <a:off x="2963331" y="4842930"/>
            <a:ext cx="8991600" cy="609601"/>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宿題名　</a:t>
            </a:r>
          </a:p>
        </p:txBody>
      </p:sp>
      <p:sp>
        <p:nvSpPr>
          <p:cNvPr id="30" name="正方形/長方形 29">
            <a:extLst>
              <a:ext uri="{FF2B5EF4-FFF2-40B4-BE49-F238E27FC236}">
                <a16:creationId xmlns:a16="http://schemas.microsoft.com/office/drawing/2014/main" id="{FCC815D5-9C2F-E16C-9B07-EAC60ABD459D}"/>
              </a:ext>
            </a:extLst>
          </p:cNvPr>
          <p:cNvSpPr/>
          <p:nvPr/>
        </p:nvSpPr>
        <p:spPr>
          <a:xfrm>
            <a:off x="2963331" y="2590799"/>
            <a:ext cx="8991600" cy="609601"/>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宿題名　</a:t>
            </a:r>
          </a:p>
        </p:txBody>
      </p:sp>
      <p:sp>
        <p:nvSpPr>
          <p:cNvPr id="32" name="正方形/長方形 31">
            <a:extLst>
              <a:ext uri="{FF2B5EF4-FFF2-40B4-BE49-F238E27FC236}">
                <a16:creationId xmlns:a16="http://schemas.microsoft.com/office/drawing/2014/main" id="{966ECAD0-1DF4-6777-A849-A535FFCACEEF}"/>
              </a:ext>
            </a:extLst>
          </p:cNvPr>
          <p:cNvSpPr/>
          <p:nvPr/>
        </p:nvSpPr>
        <p:spPr>
          <a:xfrm>
            <a:off x="2963331" y="5736165"/>
            <a:ext cx="8991600" cy="609601"/>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宿題名　</a:t>
            </a:r>
          </a:p>
        </p:txBody>
      </p:sp>
      <p:sp>
        <p:nvSpPr>
          <p:cNvPr id="38" name="正方形/長方形 37">
            <a:extLst>
              <a:ext uri="{FF2B5EF4-FFF2-40B4-BE49-F238E27FC236}">
                <a16:creationId xmlns:a16="http://schemas.microsoft.com/office/drawing/2014/main" id="{F5FBA257-6590-52B3-D976-3EB6DBF74133}"/>
              </a:ext>
            </a:extLst>
          </p:cNvPr>
          <p:cNvSpPr/>
          <p:nvPr/>
        </p:nvSpPr>
        <p:spPr>
          <a:xfrm>
            <a:off x="9491132" y="2641597"/>
            <a:ext cx="948267" cy="4741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提出確認日</a:t>
            </a:r>
          </a:p>
        </p:txBody>
      </p:sp>
      <p:sp>
        <p:nvSpPr>
          <p:cNvPr id="40" name="正方形/長方形 39">
            <a:extLst>
              <a:ext uri="{FF2B5EF4-FFF2-40B4-BE49-F238E27FC236}">
                <a16:creationId xmlns:a16="http://schemas.microsoft.com/office/drawing/2014/main" id="{0172B31F-E96E-3191-A1D6-BD98D4881042}"/>
              </a:ext>
            </a:extLst>
          </p:cNvPr>
          <p:cNvSpPr/>
          <p:nvPr/>
        </p:nvSpPr>
        <p:spPr>
          <a:xfrm>
            <a:off x="9575795" y="3403598"/>
            <a:ext cx="948267" cy="4741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提出確認日</a:t>
            </a:r>
          </a:p>
        </p:txBody>
      </p:sp>
      <p:sp>
        <p:nvSpPr>
          <p:cNvPr id="42" name="正方形/長方形 41">
            <a:extLst>
              <a:ext uri="{FF2B5EF4-FFF2-40B4-BE49-F238E27FC236}">
                <a16:creationId xmlns:a16="http://schemas.microsoft.com/office/drawing/2014/main" id="{B6EC35AA-D785-835F-DA6B-A4B55C3EB650}"/>
              </a:ext>
            </a:extLst>
          </p:cNvPr>
          <p:cNvSpPr/>
          <p:nvPr/>
        </p:nvSpPr>
        <p:spPr>
          <a:xfrm>
            <a:off x="9575795" y="4216397"/>
            <a:ext cx="948267" cy="4741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提出確認日</a:t>
            </a:r>
          </a:p>
        </p:txBody>
      </p:sp>
      <p:sp>
        <p:nvSpPr>
          <p:cNvPr id="44" name="正方形/長方形 43">
            <a:extLst>
              <a:ext uri="{FF2B5EF4-FFF2-40B4-BE49-F238E27FC236}">
                <a16:creationId xmlns:a16="http://schemas.microsoft.com/office/drawing/2014/main" id="{14401A9E-1FEE-7BE6-ECB7-26A760E150F0}"/>
              </a:ext>
            </a:extLst>
          </p:cNvPr>
          <p:cNvSpPr/>
          <p:nvPr/>
        </p:nvSpPr>
        <p:spPr>
          <a:xfrm>
            <a:off x="9533457" y="4942412"/>
            <a:ext cx="948267" cy="4741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提出確認日</a:t>
            </a:r>
          </a:p>
        </p:txBody>
      </p:sp>
      <p:sp>
        <p:nvSpPr>
          <p:cNvPr id="46" name="正方形/長方形 45">
            <a:extLst>
              <a:ext uri="{FF2B5EF4-FFF2-40B4-BE49-F238E27FC236}">
                <a16:creationId xmlns:a16="http://schemas.microsoft.com/office/drawing/2014/main" id="{588BCD93-6DA6-1D69-5294-F8CB8E982C12}"/>
              </a:ext>
            </a:extLst>
          </p:cNvPr>
          <p:cNvSpPr/>
          <p:nvPr/>
        </p:nvSpPr>
        <p:spPr>
          <a:xfrm>
            <a:off x="9533458" y="5782731"/>
            <a:ext cx="948267" cy="4741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提出確認日</a:t>
            </a:r>
          </a:p>
        </p:txBody>
      </p:sp>
      <p:sp>
        <p:nvSpPr>
          <p:cNvPr id="48" name="正方形/長方形 47">
            <a:extLst>
              <a:ext uri="{FF2B5EF4-FFF2-40B4-BE49-F238E27FC236}">
                <a16:creationId xmlns:a16="http://schemas.microsoft.com/office/drawing/2014/main" id="{99BCD5BE-13F7-2803-5E4F-981FA9578477}"/>
              </a:ext>
            </a:extLst>
          </p:cNvPr>
          <p:cNvSpPr/>
          <p:nvPr/>
        </p:nvSpPr>
        <p:spPr>
          <a:xfrm>
            <a:off x="10820401" y="2607731"/>
            <a:ext cx="948267" cy="5418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再提出の要求</a:t>
            </a:r>
          </a:p>
        </p:txBody>
      </p:sp>
      <p:sp>
        <p:nvSpPr>
          <p:cNvPr id="50" name="正方形/長方形 49">
            <a:extLst>
              <a:ext uri="{FF2B5EF4-FFF2-40B4-BE49-F238E27FC236}">
                <a16:creationId xmlns:a16="http://schemas.microsoft.com/office/drawing/2014/main" id="{97FDE4B3-5C67-A5AE-607C-BC90BEC7B26E}"/>
              </a:ext>
            </a:extLst>
          </p:cNvPr>
          <p:cNvSpPr/>
          <p:nvPr/>
        </p:nvSpPr>
        <p:spPr>
          <a:xfrm>
            <a:off x="10938916" y="3352798"/>
            <a:ext cx="948267" cy="5418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再提出の要求</a:t>
            </a:r>
          </a:p>
        </p:txBody>
      </p:sp>
      <p:sp>
        <p:nvSpPr>
          <p:cNvPr id="52" name="正方形/長方形 51">
            <a:extLst>
              <a:ext uri="{FF2B5EF4-FFF2-40B4-BE49-F238E27FC236}">
                <a16:creationId xmlns:a16="http://schemas.microsoft.com/office/drawing/2014/main" id="{7BB2F170-D986-2E4F-0F2B-05B02A051ECE}"/>
              </a:ext>
            </a:extLst>
          </p:cNvPr>
          <p:cNvSpPr/>
          <p:nvPr/>
        </p:nvSpPr>
        <p:spPr>
          <a:xfrm>
            <a:off x="10917762" y="4148661"/>
            <a:ext cx="948267" cy="5418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再提出の要求</a:t>
            </a:r>
          </a:p>
        </p:txBody>
      </p:sp>
      <p:sp>
        <p:nvSpPr>
          <p:cNvPr id="54" name="正方形/長方形 53">
            <a:extLst>
              <a:ext uri="{FF2B5EF4-FFF2-40B4-BE49-F238E27FC236}">
                <a16:creationId xmlns:a16="http://schemas.microsoft.com/office/drawing/2014/main" id="{EC664160-8379-7B70-8198-C023FB6EABF4}"/>
              </a:ext>
            </a:extLst>
          </p:cNvPr>
          <p:cNvSpPr/>
          <p:nvPr/>
        </p:nvSpPr>
        <p:spPr>
          <a:xfrm>
            <a:off x="10905067" y="4931829"/>
            <a:ext cx="948267" cy="5418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再提出の要求</a:t>
            </a:r>
          </a:p>
        </p:txBody>
      </p:sp>
      <p:sp>
        <p:nvSpPr>
          <p:cNvPr id="56" name="正方形/長方形 55">
            <a:extLst>
              <a:ext uri="{FF2B5EF4-FFF2-40B4-BE49-F238E27FC236}">
                <a16:creationId xmlns:a16="http://schemas.microsoft.com/office/drawing/2014/main" id="{E2C9B66A-F910-F5D0-15D0-6FE2A986AA93}"/>
              </a:ext>
            </a:extLst>
          </p:cNvPr>
          <p:cNvSpPr/>
          <p:nvPr/>
        </p:nvSpPr>
        <p:spPr>
          <a:xfrm>
            <a:off x="10947392" y="5714999"/>
            <a:ext cx="948267" cy="5418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再提出の要求</a:t>
            </a:r>
          </a:p>
        </p:txBody>
      </p:sp>
      <p:sp>
        <p:nvSpPr>
          <p:cNvPr id="60" name="正方形/長方形 59">
            <a:extLst>
              <a:ext uri="{FF2B5EF4-FFF2-40B4-BE49-F238E27FC236}">
                <a16:creationId xmlns:a16="http://schemas.microsoft.com/office/drawing/2014/main" id="{A68B3681-9FBA-C492-4849-D33429CB3170}"/>
              </a:ext>
            </a:extLst>
          </p:cNvPr>
          <p:cNvSpPr/>
          <p:nvPr/>
        </p:nvSpPr>
        <p:spPr>
          <a:xfrm>
            <a:off x="3022592" y="2641597"/>
            <a:ext cx="948267" cy="4741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ピン止め</a:t>
            </a:r>
          </a:p>
        </p:txBody>
      </p:sp>
      <p:sp>
        <p:nvSpPr>
          <p:cNvPr id="62" name="正方形/長方形 61">
            <a:extLst>
              <a:ext uri="{FF2B5EF4-FFF2-40B4-BE49-F238E27FC236}">
                <a16:creationId xmlns:a16="http://schemas.microsoft.com/office/drawing/2014/main" id="{F9BC887F-1FBD-9877-7995-81019EF674F0}"/>
              </a:ext>
            </a:extLst>
          </p:cNvPr>
          <p:cNvSpPr/>
          <p:nvPr/>
        </p:nvSpPr>
        <p:spPr>
          <a:xfrm>
            <a:off x="3098777" y="3471331"/>
            <a:ext cx="948267" cy="4741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ピン止め</a:t>
            </a:r>
          </a:p>
        </p:txBody>
      </p:sp>
      <p:sp>
        <p:nvSpPr>
          <p:cNvPr id="64" name="正方形/長方形 63">
            <a:extLst>
              <a:ext uri="{FF2B5EF4-FFF2-40B4-BE49-F238E27FC236}">
                <a16:creationId xmlns:a16="http://schemas.microsoft.com/office/drawing/2014/main" id="{975ECFBC-9FD6-CE60-E5D5-4533A242E3C2}"/>
              </a:ext>
            </a:extLst>
          </p:cNvPr>
          <p:cNvSpPr/>
          <p:nvPr/>
        </p:nvSpPr>
        <p:spPr>
          <a:xfrm>
            <a:off x="3090335" y="4182526"/>
            <a:ext cx="948267" cy="4741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ピン止め</a:t>
            </a:r>
          </a:p>
        </p:txBody>
      </p:sp>
      <p:sp>
        <p:nvSpPr>
          <p:cNvPr id="66" name="正方形/長方形 65">
            <a:extLst>
              <a:ext uri="{FF2B5EF4-FFF2-40B4-BE49-F238E27FC236}">
                <a16:creationId xmlns:a16="http://schemas.microsoft.com/office/drawing/2014/main" id="{764AD434-C80D-8AB8-1BB0-5F73CA9D1537}"/>
              </a:ext>
            </a:extLst>
          </p:cNvPr>
          <p:cNvSpPr/>
          <p:nvPr/>
        </p:nvSpPr>
        <p:spPr>
          <a:xfrm>
            <a:off x="3090336" y="4942412"/>
            <a:ext cx="948267" cy="4741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ピン止め</a:t>
            </a:r>
          </a:p>
        </p:txBody>
      </p:sp>
      <p:sp>
        <p:nvSpPr>
          <p:cNvPr id="68" name="正方形/長方形 67">
            <a:extLst>
              <a:ext uri="{FF2B5EF4-FFF2-40B4-BE49-F238E27FC236}">
                <a16:creationId xmlns:a16="http://schemas.microsoft.com/office/drawing/2014/main" id="{EB0ECBA4-8B2B-1DBA-84C8-918C944DCF11}"/>
              </a:ext>
            </a:extLst>
          </p:cNvPr>
          <p:cNvSpPr/>
          <p:nvPr/>
        </p:nvSpPr>
        <p:spPr>
          <a:xfrm>
            <a:off x="3022592" y="5782730"/>
            <a:ext cx="948267" cy="4741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ピン止め</a:t>
            </a:r>
          </a:p>
        </p:txBody>
      </p:sp>
    </p:spTree>
    <p:extLst>
      <p:ext uri="{BB962C8B-B14F-4D97-AF65-F5344CB8AC3E}">
        <p14:creationId xmlns:p14="http://schemas.microsoft.com/office/powerpoint/2010/main" val="3579148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EAE86-8E38-EC04-A24C-784DD56DC62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AB1B3DB8-8507-F438-5431-43C93CBAE10D}"/>
              </a:ext>
            </a:extLst>
          </p:cNvPr>
          <p:cNvSpPr/>
          <p:nvPr/>
        </p:nvSpPr>
        <p:spPr>
          <a:xfrm>
            <a:off x="0" y="0"/>
            <a:ext cx="2726267"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063F201C-3F42-EEF5-C977-9889C12B2CE8}"/>
              </a:ext>
            </a:extLst>
          </p:cNvPr>
          <p:cNvSpPr/>
          <p:nvPr/>
        </p:nvSpPr>
        <p:spPr>
          <a:xfrm>
            <a:off x="0" y="1016000"/>
            <a:ext cx="2726267" cy="762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マイタスクメモ</a:t>
            </a:r>
          </a:p>
        </p:txBody>
      </p:sp>
      <p:sp>
        <p:nvSpPr>
          <p:cNvPr id="8" name="正方形/長方形 7">
            <a:extLst>
              <a:ext uri="{FF2B5EF4-FFF2-40B4-BE49-F238E27FC236}">
                <a16:creationId xmlns:a16="http://schemas.microsoft.com/office/drawing/2014/main" id="{24E3946C-5DA5-40EC-5F80-D8A139C11742}"/>
              </a:ext>
            </a:extLst>
          </p:cNvPr>
          <p:cNvSpPr/>
          <p:nvPr/>
        </p:nvSpPr>
        <p:spPr>
          <a:xfrm>
            <a:off x="0" y="1964266"/>
            <a:ext cx="2726267" cy="762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宿題確認</a:t>
            </a:r>
          </a:p>
        </p:txBody>
      </p:sp>
      <p:sp>
        <p:nvSpPr>
          <p:cNvPr id="16" name="正方形/長方形 15">
            <a:extLst>
              <a:ext uri="{FF2B5EF4-FFF2-40B4-BE49-F238E27FC236}">
                <a16:creationId xmlns:a16="http://schemas.microsoft.com/office/drawing/2014/main" id="{68CBE0E9-939B-2AB1-8975-EF3611C3740F}"/>
              </a:ext>
            </a:extLst>
          </p:cNvPr>
          <p:cNvSpPr/>
          <p:nvPr/>
        </p:nvSpPr>
        <p:spPr>
          <a:xfrm>
            <a:off x="0" y="4893732"/>
            <a:ext cx="2726267" cy="762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打合せ準備シート</a:t>
            </a:r>
            <a:endParaRPr kumimoji="1" lang="ja-JP" altLang="en-US" dirty="0"/>
          </a:p>
        </p:txBody>
      </p:sp>
      <p:sp>
        <p:nvSpPr>
          <p:cNvPr id="18" name="正方形/長方形 17">
            <a:extLst>
              <a:ext uri="{FF2B5EF4-FFF2-40B4-BE49-F238E27FC236}">
                <a16:creationId xmlns:a16="http://schemas.microsoft.com/office/drawing/2014/main" id="{D7B4D96F-DB52-98FC-AA7F-40E207946E9B}"/>
              </a:ext>
            </a:extLst>
          </p:cNvPr>
          <p:cNvSpPr/>
          <p:nvPr/>
        </p:nvSpPr>
        <p:spPr>
          <a:xfrm>
            <a:off x="-3" y="3945466"/>
            <a:ext cx="2726267" cy="762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フォロー記録入力</a:t>
            </a:r>
            <a:endParaRPr kumimoji="1" lang="ja-JP" altLang="en-US" dirty="0"/>
          </a:p>
        </p:txBody>
      </p:sp>
      <p:sp>
        <p:nvSpPr>
          <p:cNvPr id="20" name="正方形/長方形 19">
            <a:extLst>
              <a:ext uri="{FF2B5EF4-FFF2-40B4-BE49-F238E27FC236}">
                <a16:creationId xmlns:a16="http://schemas.microsoft.com/office/drawing/2014/main" id="{72E30151-CAC1-228E-6B16-D7DF058A7DDA}"/>
              </a:ext>
            </a:extLst>
          </p:cNvPr>
          <p:cNvSpPr/>
          <p:nvPr/>
        </p:nvSpPr>
        <p:spPr>
          <a:xfrm>
            <a:off x="-3" y="2997200"/>
            <a:ext cx="2726267" cy="762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提出物の状況確認</a:t>
            </a:r>
            <a:endParaRPr kumimoji="1" lang="ja-JP" altLang="en-US" dirty="0"/>
          </a:p>
        </p:txBody>
      </p:sp>
      <p:sp>
        <p:nvSpPr>
          <p:cNvPr id="22" name="正方形/長方形 21">
            <a:extLst>
              <a:ext uri="{FF2B5EF4-FFF2-40B4-BE49-F238E27FC236}">
                <a16:creationId xmlns:a16="http://schemas.microsoft.com/office/drawing/2014/main" id="{2FEEEA43-E1B3-8989-3B4F-8FA643C3A51A}"/>
              </a:ext>
            </a:extLst>
          </p:cNvPr>
          <p:cNvSpPr/>
          <p:nvPr/>
        </p:nvSpPr>
        <p:spPr>
          <a:xfrm>
            <a:off x="0" y="5875866"/>
            <a:ext cx="2726267" cy="762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お知らせを追加機能</a:t>
            </a:r>
            <a:endParaRPr kumimoji="1" lang="ja-JP" altLang="en-US" dirty="0"/>
          </a:p>
        </p:txBody>
      </p:sp>
      <p:sp>
        <p:nvSpPr>
          <p:cNvPr id="24" name="正方形/長方形 23">
            <a:extLst>
              <a:ext uri="{FF2B5EF4-FFF2-40B4-BE49-F238E27FC236}">
                <a16:creationId xmlns:a16="http://schemas.microsoft.com/office/drawing/2014/main" id="{09D98A8A-3896-D151-23EB-DD90D0EB8435}"/>
              </a:ext>
            </a:extLst>
          </p:cNvPr>
          <p:cNvSpPr/>
          <p:nvPr/>
        </p:nvSpPr>
        <p:spPr>
          <a:xfrm>
            <a:off x="-4" y="0"/>
            <a:ext cx="2726267" cy="762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予定表</a:t>
            </a:r>
            <a:endParaRPr kumimoji="1" lang="ja-JP" altLang="en-US" dirty="0"/>
          </a:p>
        </p:txBody>
      </p:sp>
      <p:sp>
        <p:nvSpPr>
          <p:cNvPr id="2" name="正方形/長方形 1">
            <a:extLst>
              <a:ext uri="{FF2B5EF4-FFF2-40B4-BE49-F238E27FC236}">
                <a16:creationId xmlns:a16="http://schemas.microsoft.com/office/drawing/2014/main" id="{C05593BA-5511-2E0E-175B-7F6823418A11}"/>
              </a:ext>
            </a:extLst>
          </p:cNvPr>
          <p:cNvSpPr/>
          <p:nvPr/>
        </p:nvSpPr>
        <p:spPr>
          <a:xfrm>
            <a:off x="2726263" y="0"/>
            <a:ext cx="9465737" cy="6858000"/>
          </a:xfrm>
          <a:prstGeom prst="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正方形/長方形 4">
            <a:extLst>
              <a:ext uri="{FF2B5EF4-FFF2-40B4-BE49-F238E27FC236}">
                <a16:creationId xmlns:a16="http://schemas.microsoft.com/office/drawing/2014/main" id="{5B53C688-75CB-BCCD-2D86-9694D53663A0}"/>
              </a:ext>
            </a:extLst>
          </p:cNvPr>
          <p:cNvSpPr/>
          <p:nvPr/>
        </p:nvSpPr>
        <p:spPr>
          <a:xfrm>
            <a:off x="2726263" y="762000"/>
            <a:ext cx="9601204" cy="609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ここにはそれぞれの項目のものを表示する</a:t>
            </a:r>
          </a:p>
        </p:txBody>
      </p:sp>
      <p:sp>
        <p:nvSpPr>
          <p:cNvPr id="9" name="正方形/長方形 8">
            <a:extLst>
              <a:ext uri="{FF2B5EF4-FFF2-40B4-BE49-F238E27FC236}">
                <a16:creationId xmlns:a16="http://schemas.microsoft.com/office/drawing/2014/main" id="{F577D7A5-0EED-77FB-7828-449C7B55CBD2}"/>
              </a:ext>
            </a:extLst>
          </p:cNvPr>
          <p:cNvSpPr/>
          <p:nvPr/>
        </p:nvSpPr>
        <p:spPr>
          <a:xfrm>
            <a:off x="11226800" y="0"/>
            <a:ext cx="965200" cy="762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ログイン画面に戻る</a:t>
            </a:r>
          </a:p>
        </p:txBody>
      </p:sp>
      <p:sp>
        <p:nvSpPr>
          <p:cNvPr id="6" name="正方形/長方形 5">
            <a:extLst>
              <a:ext uri="{FF2B5EF4-FFF2-40B4-BE49-F238E27FC236}">
                <a16:creationId xmlns:a16="http://schemas.microsoft.com/office/drawing/2014/main" id="{CB79B15C-17BC-68E2-131E-D06B13EABFA7}"/>
              </a:ext>
            </a:extLst>
          </p:cNvPr>
          <p:cNvSpPr/>
          <p:nvPr/>
        </p:nvSpPr>
        <p:spPr>
          <a:xfrm>
            <a:off x="4758263" y="110067"/>
            <a:ext cx="4588933" cy="5418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提出状況の確認（未提出）</a:t>
            </a:r>
          </a:p>
        </p:txBody>
      </p:sp>
      <p:sp>
        <p:nvSpPr>
          <p:cNvPr id="7" name="正方形/長方形 6">
            <a:extLst>
              <a:ext uri="{FF2B5EF4-FFF2-40B4-BE49-F238E27FC236}">
                <a16:creationId xmlns:a16="http://schemas.microsoft.com/office/drawing/2014/main" id="{2ADAD364-3206-8DB1-A5DE-9D7283386EFA}"/>
              </a:ext>
            </a:extLst>
          </p:cNvPr>
          <p:cNvSpPr/>
          <p:nvPr/>
        </p:nvSpPr>
        <p:spPr>
          <a:xfrm>
            <a:off x="2726262" y="745067"/>
            <a:ext cx="4588933" cy="762000"/>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提出済み（確認済み）</a:t>
            </a:r>
          </a:p>
        </p:txBody>
      </p:sp>
      <p:sp>
        <p:nvSpPr>
          <p:cNvPr id="11" name="正方形/長方形 10">
            <a:extLst>
              <a:ext uri="{FF2B5EF4-FFF2-40B4-BE49-F238E27FC236}">
                <a16:creationId xmlns:a16="http://schemas.microsoft.com/office/drawing/2014/main" id="{BB0713D6-AC49-02E6-6350-ACC1D07F9BDB}"/>
              </a:ext>
            </a:extLst>
          </p:cNvPr>
          <p:cNvSpPr/>
          <p:nvPr/>
        </p:nvSpPr>
        <p:spPr>
          <a:xfrm>
            <a:off x="7670800" y="762000"/>
            <a:ext cx="4588933" cy="762000"/>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未提出</a:t>
            </a:r>
          </a:p>
        </p:txBody>
      </p:sp>
      <p:sp>
        <p:nvSpPr>
          <p:cNvPr id="12" name="正方形/長方形 11">
            <a:extLst>
              <a:ext uri="{FF2B5EF4-FFF2-40B4-BE49-F238E27FC236}">
                <a16:creationId xmlns:a16="http://schemas.microsoft.com/office/drawing/2014/main" id="{4ADC1ED8-6FC6-5F1B-0C87-EC6EB9B5783A}"/>
              </a:ext>
            </a:extLst>
          </p:cNvPr>
          <p:cNvSpPr/>
          <p:nvPr/>
        </p:nvSpPr>
        <p:spPr>
          <a:xfrm>
            <a:off x="3031065" y="1913465"/>
            <a:ext cx="8991600" cy="1405467"/>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宿題名</a:t>
            </a:r>
          </a:p>
        </p:txBody>
      </p:sp>
      <p:sp>
        <p:nvSpPr>
          <p:cNvPr id="14" name="正方形/長方形 13">
            <a:extLst>
              <a:ext uri="{FF2B5EF4-FFF2-40B4-BE49-F238E27FC236}">
                <a16:creationId xmlns:a16="http://schemas.microsoft.com/office/drawing/2014/main" id="{FEFECE2A-B24B-D01B-161F-2F1E22426F68}"/>
              </a:ext>
            </a:extLst>
          </p:cNvPr>
          <p:cNvSpPr/>
          <p:nvPr/>
        </p:nvSpPr>
        <p:spPr>
          <a:xfrm>
            <a:off x="2963330" y="4411132"/>
            <a:ext cx="8991600" cy="1405467"/>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正方形/長方形 9">
            <a:extLst>
              <a:ext uri="{FF2B5EF4-FFF2-40B4-BE49-F238E27FC236}">
                <a16:creationId xmlns:a16="http://schemas.microsoft.com/office/drawing/2014/main" id="{34E3D3C0-A491-940A-6FAE-7B9F5703F23F}"/>
              </a:ext>
            </a:extLst>
          </p:cNvPr>
          <p:cNvSpPr/>
          <p:nvPr/>
        </p:nvSpPr>
        <p:spPr>
          <a:xfrm>
            <a:off x="3098800" y="1964266"/>
            <a:ext cx="1286933" cy="1236134"/>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提出締め切り日数</a:t>
            </a:r>
          </a:p>
        </p:txBody>
      </p:sp>
      <p:sp>
        <p:nvSpPr>
          <p:cNvPr id="13" name="正方形/長方形 12">
            <a:extLst>
              <a:ext uri="{FF2B5EF4-FFF2-40B4-BE49-F238E27FC236}">
                <a16:creationId xmlns:a16="http://schemas.microsoft.com/office/drawing/2014/main" id="{DF678E6B-A4FE-230C-F5CC-AED9ED152C17}"/>
              </a:ext>
            </a:extLst>
          </p:cNvPr>
          <p:cNvSpPr/>
          <p:nvPr/>
        </p:nvSpPr>
        <p:spPr>
          <a:xfrm>
            <a:off x="10092267" y="2116667"/>
            <a:ext cx="1422400" cy="10837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お知らせ</a:t>
            </a:r>
          </a:p>
        </p:txBody>
      </p:sp>
      <p:sp>
        <p:nvSpPr>
          <p:cNvPr id="17" name="正方形/長方形 16">
            <a:extLst>
              <a:ext uri="{FF2B5EF4-FFF2-40B4-BE49-F238E27FC236}">
                <a16:creationId xmlns:a16="http://schemas.microsoft.com/office/drawing/2014/main" id="{CE24DB5D-BB77-2EDC-E92D-4FE913A99214}"/>
              </a:ext>
            </a:extLst>
          </p:cNvPr>
          <p:cNvSpPr/>
          <p:nvPr/>
        </p:nvSpPr>
        <p:spPr>
          <a:xfrm>
            <a:off x="3098800" y="4580465"/>
            <a:ext cx="1286933" cy="1236134"/>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提出締め切り日数</a:t>
            </a:r>
          </a:p>
        </p:txBody>
      </p:sp>
      <p:sp>
        <p:nvSpPr>
          <p:cNvPr id="25" name="正方形/長方形 24">
            <a:extLst>
              <a:ext uri="{FF2B5EF4-FFF2-40B4-BE49-F238E27FC236}">
                <a16:creationId xmlns:a16="http://schemas.microsoft.com/office/drawing/2014/main" id="{06F18706-34F8-B725-CC7B-3854ECB2B346}"/>
              </a:ext>
            </a:extLst>
          </p:cNvPr>
          <p:cNvSpPr/>
          <p:nvPr/>
        </p:nvSpPr>
        <p:spPr>
          <a:xfrm>
            <a:off x="10058401" y="4656665"/>
            <a:ext cx="1422400" cy="10837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お知らせ</a:t>
            </a:r>
          </a:p>
        </p:txBody>
      </p:sp>
    </p:spTree>
    <p:extLst>
      <p:ext uri="{BB962C8B-B14F-4D97-AF65-F5344CB8AC3E}">
        <p14:creationId xmlns:p14="http://schemas.microsoft.com/office/powerpoint/2010/main" val="28660761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0F2A4-A688-752F-1B8E-9002075FBDF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BF7BDF2A-FD38-308E-12EF-17B11F71DAAC}"/>
              </a:ext>
            </a:extLst>
          </p:cNvPr>
          <p:cNvSpPr/>
          <p:nvPr/>
        </p:nvSpPr>
        <p:spPr>
          <a:xfrm>
            <a:off x="0" y="0"/>
            <a:ext cx="2726267"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D1A28F16-54B7-24D3-67B6-2DE831DADFD3}"/>
              </a:ext>
            </a:extLst>
          </p:cNvPr>
          <p:cNvSpPr/>
          <p:nvPr/>
        </p:nvSpPr>
        <p:spPr>
          <a:xfrm>
            <a:off x="0" y="1016000"/>
            <a:ext cx="2726267" cy="762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マイタスクメモ</a:t>
            </a:r>
          </a:p>
        </p:txBody>
      </p:sp>
      <p:sp>
        <p:nvSpPr>
          <p:cNvPr id="8" name="正方形/長方形 7">
            <a:extLst>
              <a:ext uri="{FF2B5EF4-FFF2-40B4-BE49-F238E27FC236}">
                <a16:creationId xmlns:a16="http://schemas.microsoft.com/office/drawing/2014/main" id="{8DE0700E-A851-F136-45F3-4009698070E1}"/>
              </a:ext>
            </a:extLst>
          </p:cNvPr>
          <p:cNvSpPr/>
          <p:nvPr/>
        </p:nvSpPr>
        <p:spPr>
          <a:xfrm>
            <a:off x="0" y="1964266"/>
            <a:ext cx="2726267" cy="762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宿題確認</a:t>
            </a:r>
          </a:p>
        </p:txBody>
      </p:sp>
      <p:sp>
        <p:nvSpPr>
          <p:cNvPr id="16" name="正方形/長方形 15">
            <a:extLst>
              <a:ext uri="{FF2B5EF4-FFF2-40B4-BE49-F238E27FC236}">
                <a16:creationId xmlns:a16="http://schemas.microsoft.com/office/drawing/2014/main" id="{FF247A85-D379-FB7F-33FA-4DF32094041E}"/>
              </a:ext>
            </a:extLst>
          </p:cNvPr>
          <p:cNvSpPr/>
          <p:nvPr/>
        </p:nvSpPr>
        <p:spPr>
          <a:xfrm>
            <a:off x="0" y="4893732"/>
            <a:ext cx="2726267" cy="762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打合せ準備シート</a:t>
            </a:r>
            <a:endParaRPr kumimoji="1" lang="ja-JP" altLang="en-US" dirty="0"/>
          </a:p>
        </p:txBody>
      </p:sp>
      <p:sp>
        <p:nvSpPr>
          <p:cNvPr id="18" name="正方形/長方形 17">
            <a:extLst>
              <a:ext uri="{FF2B5EF4-FFF2-40B4-BE49-F238E27FC236}">
                <a16:creationId xmlns:a16="http://schemas.microsoft.com/office/drawing/2014/main" id="{4CBA2C82-99B1-8254-6864-DECA12A8BA62}"/>
              </a:ext>
            </a:extLst>
          </p:cNvPr>
          <p:cNvSpPr/>
          <p:nvPr/>
        </p:nvSpPr>
        <p:spPr>
          <a:xfrm>
            <a:off x="-3" y="3945466"/>
            <a:ext cx="2726267" cy="762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フォロー記録入力</a:t>
            </a:r>
            <a:endParaRPr kumimoji="1" lang="ja-JP" altLang="en-US" dirty="0"/>
          </a:p>
        </p:txBody>
      </p:sp>
      <p:sp>
        <p:nvSpPr>
          <p:cNvPr id="20" name="正方形/長方形 19">
            <a:extLst>
              <a:ext uri="{FF2B5EF4-FFF2-40B4-BE49-F238E27FC236}">
                <a16:creationId xmlns:a16="http://schemas.microsoft.com/office/drawing/2014/main" id="{82FBF919-C1CC-E5E5-2D1D-657922612BB9}"/>
              </a:ext>
            </a:extLst>
          </p:cNvPr>
          <p:cNvSpPr/>
          <p:nvPr/>
        </p:nvSpPr>
        <p:spPr>
          <a:xfrm>
            <a:off x="-3" y="2997200"/>
            <a:ext cx="2726267" cy="762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提出物の状況確認</a:t>
            </a:r>
            <a:endParaRPr kumimoji="1" lang="ja-JP" altLang="en-US" dirty="0"/>
          </a:p>
        </p:txBody>
      </p:sp>
      <p:sp>
        <p:nvSpPr>
          <p:cNvPr id="22" name="正方形/長方形 21">
            <a:extLst>
              <a:ext uri="{FF2B5EF4-FFF2-40B4-BE49-F238E27FC236}">
                <a16:creationId xmlns:a16="http://schemas.microsoft.com/office/drawing/2014/main" id="{61C54FC0-1278-7823-C122-2BF4B5CD4FB8}"/>
              </a:ext>
            </a:extLst>
          </p:cNvPr>
          <p:cNvSpPr/>
          <p:nvPr/>
        </p:nvSpPr>
        <p:spPr>
          <a:xfrm>
            <a:off x="0" y="5875866"/>
            <a:ext cx="2726267" cy="762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お知らせを追加機能</a:t>
            </a:r>
            <a:endParaRPr kumimoji="1" lang="ja-JP" altLang="en-US" dirty="0"/>
          </a:p>
        </p:txBody>
      </p:sp>
      <p:sp>
        <p:nvSpPr>
          <p:cNvPr id="24" name="正方形/長方形 23">
            <a:extLst>
              <a:ext uri="{FF2B5EF4-FFF2-40B4-BE49-F238E27FC236}">
                <a16:creationId xmlns:a16="http://schemas.microsoft.com/office/drawing/2014/main" id="{3AE6F007-FEA4-2561-8854-1DF7B2951BE3}"/>
              </a:ext>
            </a:extLst>
          </p:cNvPr>
          <p:cNvSpPr/>
          <p:nvPr/>
        </p:nvSpPr>
        <p:spPr>
          <a:xfrm>
            <a:off x="-4" y="0"/>
            <a:ext cx="2726267" cy="762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予定表</a:t>
            </a:r>
            <a:endParaRPr kumimoji="1" lang="ja-JP" altLang="en-US" dirty="0"/>
          </a:p>
        </p:txBody>
      </p:sp>
      <p:sp>
        <p:nvSpPr>
          <p:cNvPr id="2" name="正方形/長方形 1">
            <a:extLst>
              <a:ext uri="{FF2B5EF4-FFF2-40B4-BE49-F238E27FC236}">
                <a16:creationId xmlns:a16="http://schemas.microsoft.com/office/drawing/2014/main" id="{658630E1-4569-93AA-8525-0738AB3C2D55}"/>
              </a:ext>
            </a:extLst>
          </p:cNvPr>
          <p:cNvSpPr/>
          <p:nvPr/>
        </p:nvSpPr>
        <p:spPr>
          <a:xfrm>
            <a:off x="2726263" y="0"/>
            <a:ext cx="9465737" cy="6858000"/>
          </a:xfrm>
          <a:prstGeom prst="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正方形/長方形 4">
            <a:extLst>
              <a:ext uri="{FF2B5EF4-FFF2-40B4-BE49-F238E27FC236}">
                <a16:creationId xmlns:a16="http://schemas.microsoft.com/office/drawing/2014/main" id="{CE4027AC-F30B-762E-B307-0B6943C4593E}"/>
              </a:ext>
            </a:extLst>
          </p:cNvPr>
          <p:cNvSpPr/>
          <p:nvPr/>
        </p:nvSpPr>
        <p:spPr>
          <a:xfrm>
            <a:off x="2726263" y="762000"/>
            <a:ext cx="9601204" cy="609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ここにはそれぞれの項目のものを表示する</a:t>
            </a:r>
          </a:p>
        </p:txBody>
      </p:sp>
      <p:sp>
        <p:nvSpPr>
          <p:cNvPr id="9" name="正方形/長方形 8">
            <a:extLst>
              <a:ext uri="{FF2B5EF4-FFF2-40B4-BE49-F238E27FC236}">
                <a16:creationId xmlns:a16="http://schemas.microsoft.com/office/drawing/2014/main" id="{8E0D0C2B-CA3F-C68A-04B3-B553628C3B36}"/>
              </a:ext>
            </a:extLst>
          </p:cNvPr>
          <p:cNvSpPr/>
          <p:nvPr/>
        </p:nvSpPr>
        <p:spPr>
          <a:xfrm>
            <a:off x="11226800" y="0"/>
            <a:ext cx="965200" cy="762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ログイン画面に戻る</a:t>
            </a:r>
          </a:p>
        </p:txBody>
      </p:sp>
      <p:sp>
        <p:nvSpPr>
          <p:cNvPr id="6" name="正方形/長方形 5">
            <a:extLst>
              <a:ext uri="{FF2B5EF4-FFF2-40B4-BE49-F238E27FC236}">
                <a16:creationId xmlns:a16="http://schemas.microsoft.com/office/drawing/2014/main" id="{9A5892A8-6F9D-B2C2-FF49-BDE51E01674C}"/>
              </a:ext>
            </a:extLst>
          </p:cNvPr>
          <p:cNvSpPr/>
          <p:nvPr/>
        </p:nvSpPr>
        <p:spPr>
          <a:xfrm>
            <a:off x="3081867" y="1202268"/>
            <a:ext cx="8906933" cy="4893732"/>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0FD41BED-96C7-59ED-4F73-155E08076FA6}"/>
              </a:ext>
            </a:extLst>
          </p:cNvPr>
          <p:cNvSpPr/>
          <p:nvPr/>
        </p:nvSpPr>
        <p:spPr>
          <a:xfrm>
            <a:off x="3217332" y="1388533"/>
            <a:ext cx="8619067" cy="13377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相手の質問</a:t>
            </a:r>
          </a:p>
        </p:txBody>
      </p:sp>
      <p:sp>
        <p:nvSpPr>
          <p:cNvPr id="10" name="正方形/長方形 9">
            <a:extLst>
              <a:ext uri="{FF2B5EF4-FFF2-40B4-BE49-F238E27FC236}">
                <a16:creationId xmlns:a16="http://schemas.microsoft.com/office/drawing/2014/main" id="{AA4ADE7E-A454-C423-7FD9-A357C7068B65}"/>
              </a:ext>
            </a:extLst>
          </p:cNvPr>
          <p:cNvSpPr/>
          <p:nvPr/>
        </p:nvSpPr>
        <p:spPr>
          <a:xfrm>
            <a:off x="3657600" y="3183467"/>
            <a:ext cx="7670800" cy="1905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それに対する答え</a:t>
            </a:r>
          </a:p>
        </p:txBody>
      </p:sp>
      <p:sp>
        <p:nvSpPr>
          <p:cNvPr id="11" name="正方形/長方形 10">
            <a:extLst>
              <a:ext uri="{FF2B5EF4-FFF2-40B4-BE49-F238E27FC236}">
                <a16:creationId xmlns:a16="http://schemas.microsoft.com/office/drawing/2014/main" id="{5D89FE45-EF31-3EB5-0227-9796402CDFCA}"/>
              </a:ext>
            </a:extLst>
          </p:cNvPr>
          <p:cNvSpPr/>
          <p:nvPr/>
        </p:nvSpPr>
        <p:spPr>
          <a:xfrm>
            <a:off x="10430934" y="5469466"/>
            <a:ext cx="1270000" cy="5418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送信</a:t>
            </a:r>
            <a:r>
              <a:rPr kumimoji="1" lang="en-US" altLang="ja-JP" dirty="0"/>
              <a:t>OR</a:t>
            </a:r>
            <a:r>
              <a:rPr kumimoji="1" lang="ja-JP" altLang="en-US" dirty="0"/>
              <a:t>送信取り消し</a:t>
            </a:r>
          </a:p>
        </p:txBody>
      </p:sp>
      <p:sp>
        <p:nvSpPr>
          <p:cNvPr id="12" name="正方形/長方形 11">
            <a:extLst>
              <a:ext uri="{FF2B5EF4-FFF2-40B4-BE49-F238E27FC236}">
                <a16:creationId xmlns:a16="http://schemas.microsoft.com/office/drawing/2014/main" id="{E0A190A9-3DDD-70A6-26AB-139B85EE14FC}"/>
              </a:ext>
            </a:extLst>
          </p:cNvPr>
          <p:cNvSpPr/>
          <p:nvPr/>
        </p:nvSpPr>
        <p:spPr>
          <a:xfrm>
            <a:off x="5139264" y="194735"/>
            <a:ext cx="4639733" cy="550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フォロー記録入力</a:t>
            </a:r>
          </a:p>
        </p:txBody>
      </p:sp>
    </p:spTree>
    <p:extLst>
      <p:ext uri="{BB962C8B-B14F-4D97-AF65-F5344CB8AC3E}">
        <p14:creationId xmlns:p14="http://schemas.microsoft.com/office/powerpoint/2010/main" val="2145623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2C04A3-DA9A-61D0-CF70-FF4C7795320D}"/>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2FBBB386-5702-0AAE-AC26-ABEC41C2DC36}"/>
              </a:ext>
            </a:extLst>
          </p:cNvPr>
          <p:cNvSpPr/>
          <p:nvPr/>
        </p:nvSpPr>
        <p:spPr>
          <a:xfrm>
            <a:off x="0" y="0"/>
            <a:ext cx="2726267"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52FBC2B0-D028-6115-DFF5-2F4859D8B079}"/>
              </a:ext>
            </a:extLst>
          </p:cNvPr>
          <p:cNvSpPr/>
          <p:nvPr/>
        </p:nvSpPr>
        <p:spPr>
          <a:xfrm>
            <a:off x="0" y="1016000"/>
            <a:ext cx="2726267" cy="762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マイタスクメモ</a:t>
            </a:r>
          </a:p>
        </p:txBody>
      </p:sp>
      <p:sp>
        <p:nvSpPr>
          <p:cNvPr id="8" name="正方形/長方形 7">
            <a:extLst>
              <a:ext uri="{FF2B5EF4-FFF2-40B4-BE49-F238E27FC236}">
                <a16:creationId xmlns:a16="http://schemas.microsoft.com/office/drawing/2014/main" id="{912FBF4F-6E55-8D53-252F-2C6567C9FD48}"/>
              </a:ext>
            </a:extLst>
          </p:cNvPr>
          <p:cNvSpPr/>
          <p:nvPr/>
        </p:nvSpPr>
        <p:spPr>
          <a:xfrm>
            <a:off x="0" y="1964266"/>
            <a:ext cx="2726267" cy="762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宿題確認</a:t>
            </a:r>
          </a:p>
        </p:txBody>
      </p:sp>
      <p:sp>
        <p:nvSpPr>
          <p:cNvPr id="16" name="正方形/長方形 15">
            <a:extLst>
              <a:ext uri="{FF2B5EF4-FFF2-40B4-BE49-F238E27FC236}">
                <a16:creationId xmlns:a16="http://schemas.microsoft.com/office/drawing/2014/main" id="{79D57C8E-161B-651D-23A7-27D5C9D4D127}"/>
              </a:ext>
            </a:extLst>
          </p:cNvPr>
          <p:cNvSpPr/>
          <p:nvPr/>
        </p:nvSpPr>
        <p:spPr>
          <a:xfrm>
            <a:off x="0" y="4893732"/>
            <a:ext cx="2726267" cy="762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打合せ準備シート</a:t>
            </a:r>
            <a:endParaRPr kumimoji="1" lang="ja-JP" altLang="en-US" dirty="0"/>
          </a:p>
        </p:txBody>
      </p:sp>
      <p:sp>
        <p:nvSpPr>
          <p:cNvPr id="18" name="正方形/長方形 17">
            <a:extLst>
              <a:ext uri="{FF2B5EF4-FFF2-40B4-BE49-F238E27FC236}">
                <a16:creationId xmlns:a16="http://schemas.microsoft.com/office/drawing/2014/main" id="{7A2DD8E9-04F7-B745-0188-6DE22D8BBD4E}"/>
              </a:ext>
            </a:extLst>
          </p:cNvPr>
          <p:cNvSpPr/>
          <p:nvPr/>
        </p:nvSpPr>
        <p:spPr>
          <a:xfrm>
            <a:off x="-3" y="3945466"/>
            <a:ext cx="2726267" cy="762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フォロー記録入力</a:t>
            </a:r>
            <a:endParaRPr kumimoji="1" lang="ja-JP" altLang="en-US" dirty="0"/>
          </a:p>
        </p:txBody>
      </p:sp>
      <p:sp>
        <p:nvSpPr>
          <p:cNvPr id="20" name="正方形/長方形 19">
            <a:extLst>
              <a:ext uri="{FF2B5EF4-FFF2-40B4-BE49-F238E27FC236}">
                <a16:creationId xmlns:a16="http://schemas.microsoft.com/office/drawing/2014/main" id="{16EA250F-64BA-6BFD-19E4-F442E10B6B12}"/>
              </a:ext>
            </a:extLst>
          </p:cNvPr>
          <p:cNvSpPr/>
          <p:nvPr/>
        </p:nvSpPr>
        <p:spPr>
          <a:xfrm>
            <a:off x="-3" y="2997200"/>
            <a:ext cx="2726267" cy="762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提出物の状況確認</a:t>
            </a:r>
            <a:endParaRPr kumimoji="1" lang="ja-JP" altLang="en-US" dirty="0"/>
          </a:p>
        </p:txBody>
      </p:sp>
      <p:sp>
        <p:nvSpPr>
          <p:cNvPr id="22" name="正方形/長方形 21">
            <a:extLst>
              <a:ext uri="{FF2B5EF4-FFF2-40B4-BE49-F238E27FC236}">
                <a16:creationId xmlns:a16="http://schemas.microsoft.com/office/drawing/2014/main" id="{303FB6B1-566C-BD69-09F1-A873CC16C164}"/>
              </a:ext>
            </a:extLst>
          </p:cNvPr>
          <p:cNvSpPr/>
          <p:nvPr/>
        </p:nvSpPr>
        <p:spPr>
          <a:xfrm>
            <a:off x="0" y="5875866"/>
            <a:ext cx="2726267" cy="762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お知らせを追加機能</a:t>
            </a:r>
            <a:endParaRPr kumimoji="1" lang="ja-JP" altLang="en-US" dirty="0"/>
          </a:p>
        </p:txBody>
      </p:sp>
      <p:sp>
        <p:nvSpPr>
          <p:cNvPr id="24" name="正方形/長方形 23">
            <a:extLst>
              <a:ext uri="{FF2B5EF4-FFF2-40B4-BE49-F238E27FC236}">
                <a16:creationId xmlns:a16="http://schemas.microsoft.com/office/drawing/2014/main" id="{8B5C4750-4E4B-53E3-A32D-7226315589EA}"/>
              </a:ext>
            </a:extLst>
          </p:cNvPr>
          <p:cNvSpPr/>
          <p:nvPr/>
        </p:nvSpPr>
        <p:spPr>
          <a:xfrm>
            <a:off x="-4" y="0"/>
            <a:ext cx="2726267" cy="762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予定表</a:t>
            </a:r>
            <a:endParaRPr kumimoji="1" lang="ja-JP" altLang="en-US" dirty="0"/>
          </a:p>
        </p:txBody>
      </p:sp>
      <p:sp>
        <p:nvSpPr>
          <p:cNvPr id="2" name="正方形/長方形 1">
            <a:extLst>
              <a:ext uri="{FF2B5EF4-FFF2-40B4-BE49-F238E27FC236}">
                <a16:creationId xmlns:a16="http://schemas.microsoft.com/office/drawing/2014/main" id="{17A65E44-562E-D48A-DCF2-34AE95553D67}"/>
              </a:ext>
            </a:extLst>
          </p:cNvPr>
          <p:cNvSpPr/>
          <p:nvPr/>
        </p:nvSpPr>
        <p:spPr>
          <a:xfrm>
            <a:off x="2726263" y="0"/>
            <a:ext cx="9465737" cy="6858000"/>
          </a:xfrm>
          <a:prstGeom prst="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正方形/長方形 4">
            <a:extLst>
              <a:ext uri="{FF2B5EF4-FFF2-40B4-BE49-F238E27FC236}">
                <a16:creationId xmlns:a16="http://schemas.microsoft.com/office/drawing/2014/main" id="{71D30ACB-F9D1-4BDF-0B92-D472990B9874}"/>
              </a:ext>
            </a:extLst>
          </p:cNvPr>
          <p:cNvSpPr/>
          <p:nvPr/>
        </p:nvSpPr>
        <p:spPr>
          <a:xfrm>
            <a:off x="2726263" y="762000"/>
            <a:ext cx="9601204" cy="609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ここにはそれぞれの項目のものを表示する</a:t>
            </a:r>
          </a:p>
        </p:txBody>
      </p:sp>
      <p:sp>
        <p:nvSpPr>
          <p:cNvPr id="9" name="正方形/長方形 8">
            <a:extLst>
              <a:ext uri="{FF2B5EF4-FFF2-40B4-BE49-F238E27FC236}">
                <a16:creationId xmlns:a16="http://schemas.microsoft.com/office/drawing/2014/main" id="{83DD183F-6CE9-716A-7711-E012804BE466}"/>
              </a:ext>
            </a:extLst>
          </p:cNvPr>
          <p:cNvSpPr/>
          <p:nvPr/>
        </p:nvSpPr>
        <p:spPr>
          <a:xfrm>
            <a:off x="11226800" y="0"/>
            <a:ext cx="965200" cy="762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ログイン画面に戻る</a:t>
            </a:r>
          </a:p>
        </p:txBody>
      </p:sp>
      <p:sp>
        <p:nvSpPr>
          <p:cNvPr id="6" name="正方形/長方形 5">
            <a:extLst>
              <a:ext uri="{FF2B5EF4-FFF2-40B4-BE49-F238E27FC236}">
                <a16:creationId xmlns:a16="http://schemas.microsoft.com/office/drawing/2014/main" id="{0E969B26-16A7-20F5-6083-D75DBAFEAB03}"/>
              </a:ext>
            </a:extLst>
          </p:cNvPr>
          <p:cNvSpPr/>
          <p:nvPr/>
        </p:nvSpPr>
        <p:spPr>
          <a:xfrm>
            <a:off x="4995333" y="0"/>
            <a:ext cx="3166534" cy="762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打合せ準備シート</a:t>
            </a:r>
          </a:p>
        </p:txBody>
      </p:sp>
      <p:sp>
        <p:nvSpPr>
          <p:cNvPr id="7" name="正方形/長方形 6">
            <a:extLst>
              <a:ext uri="{FF2B5EF4-FFF2-40B4-BE49-F238E27FC236}">
                <a16:creationId xmlns:a16="http://schemas.microsoft.com/office/drawing/2014/main" id="{FCFF909D-6F18-6030-04C0-F9C9B9942C3E}"/>
              </a:ext>
            </a:extLst>
          </p:cNvPr>
          <p:cNvSpPr/>
          <p:nvPr/>
        </p:nvSpPr>
        <p:spPr>
          <a:xfrm>
            <a:off x="3166533" y="1016000"/>
            <a:ext cx="8873067" cy="5384800"/>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次回のうち合わせの内容日時　</a:t>
            </a:r>
            <a:endParaRPr kumimoji="1" lang="en-US" altLang="ja-JP" dirty="0"/>
          </a:p>
          <a:p>
            <a:pPr algn="ctr"/>
            <a:r>
              <a:rPr lang="ja-JP" altLang="en-US" dirty="0"/>
              <a:t>持ち物などが書かれている</a:t>
            </a:r>
            <a:endParaRPr kumimoji="1" lang="ja-JP" altLang="en-US" dirty="0"/>
          </a:p>
        </p:txBody>
      </p:sp>
    </p:spTree>
    <p:extLst>
      <p:ext uri="{BB962C8B-B14F-4D97-AF65-F5344CB8AC3E}">
        <p14:creationId xmlns:p14="http://schemas.microsoft.com/office/powerpoint/2010/main" val="19396300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00665-9960-4C45-B9B7-A231DF4EB2EC}"/>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301F78FA-15E6-02EE-5AA9-1A816AA8876F}"/>
              </a:ext>
            </a:extLst>
          </p:cNvPr>
          <p:cNvSpPr/>
          <p:nvPr/>
        </p:nvSpPr>
        <p:spPr>
          <a:xfrm>
            <a:off x="0" y="0"/>
            <a:ext cx="2726267"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0A46C91A-6C92-F1D6-E06A-870E4722DF1B}"/>
              </a:ext>
            </a:extLst>
          </p:cNvPr>
          <p:cNvSpPr/>
          <p:nvPr/>
        </p:nvSpPr>
        <p:spPr>
          <a:xfrm>
            <a:off x="0" y="1016000"/>
            <a:ext cx="2726267" cy="762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マイタスクメモ</a:t>
            </a:r>
          </a:p>
        </p:txBody>
      </p:sp>
      <p:sp>
        <p:nvSpPr>
          <p:cNvPr id="8" name="正方形/長方形 7">
            <a:extLst>
              <a:ext uri="{FF2B5EF4-FFF2-40B4-BE49-F238E27FC236}">
                <a16:creationId xmlns:a16="http://schemas.microsoft.com/office/drawing/2014/main" id="{73AF8584-4EE6-074D-82D6-5221F2A849B4}"/>
              </a:ext>
            </a:extLst>
          </p:cNvPr>
          <p:cNvSpPr/>
          <p:nvPr/>
        </p:nvSpPr>
        <p:spPr>
          <a:xfrm>
            <a:off x="0" y="1964266"/>
            <a:ext cx="2726267" cy="762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宿題確認</a:t>
            </a:r>
          </a:p>
        </p:txBody>
      </p:sp>
      <p:sp>
        <p:nvSpPr>
          <p:cNvPr id="16" name="正方形/長方形 15">
            <a:extLst>
              <a:ext uri="{FF2B5EF4-FFF2-40B4-BE49-F238E27FC236}">
                <a16:creationId xmlns:a16="http://schemas.microsoft.com/office/drawing/2014/main" id="{D524E128-07B6-73C9-4E85-FB0B0E51EFD9}"/>
              </a:ext>
            </a:extLst>
          </p:cNvPr>
          <p:cNvSpPr/>
          <p:nvPr/>
        </p:nvSpPr>
        <p:spPr>
          <a:xfrm>
            <a:off x="0" y="4893732"/>
            <a:ext cx="2726267" cy="762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打合せ準備シート</a:t>
            </a:r>
            <a:endParaRPr kumimoji="1" lang="ja-JP" altLang="en-US" dirty="0"/>
          </a:p>
        </p:txBody>
      </p:sp>
      <p:sp>
        <p:nvSpPr>
          <p:cNvPr id="18" name="正方形/長方形 17">
            <a:extLst>
              <a:ext uri="{FF2B5EF4-FFF2-40B4-BE49-F238E27FC236}">
                <a16:creationId xmlns:a16="http://schemas.microsoft.com/office/drawing/2014/main" id="{5874B848-9271-CA16-EB7A-A4961C4D29D4}"/>
              </a:ext>
            </a:extLst>
          </p:cNvPr>
          <p:cNvSpPr/>
          <p:nvPr/>
        </p:nvSpPr>
        <p:spPr>
          <a:xfrm>
            <a:off x="-3" y="3945466"/>
            <a:ext cx="2726267" cy="762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フォロー記録入力</a:t>
            </a:r>
            <a:endParaRPr kumimoji="1" lang="ja-JP" altLang="en-US" dirty="0"/>
          </a:p>
        </p:txBody>
      </p:sp>
      <p:sp>
        <p:nvSpPr>
          <p:cNvPr id="20" name="正方形/長方形 19">
            <a:extLst>
              <a:ext uri="{FF2B5EF4-FFF2-40B4-BE49-F238E27FC236}">
                <a16:creationId xmlns:a16="http://schemas.microsoft.com/office/drawing/2014/main" id="{C041584A-8E17-1349-352B-366C5A1270AD}"/>
              </a:ext>
            </a:extLst>
          </p:cNvPr>
          <p:cNvSpPr/>
          <p:nvPr/>
        </p:nvSpPr>
        <p:spPr>
          <a:xfrm>
            <a:off x="-3" y="2997200"/>
            <a:ext cx="2726267" cy="762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提出物の状況確認</a:t>
            </a:r>
            <a:endParaRPr kumimoji="1" lang="ja-JP" altLang="en-US" dirty="0"/>
          </a:p>
        </p:txBody>
      </p:sp>
      <p:sp>
        <p:nvSpPr>
          <p:cNvPr id="22" name="正方形/長方形 21">
            <a:extLst>
              <a:ext uri="{FF2B5EF4-FFF2-40B4-BE49-F238E27FC236}">
                <a16:creationId xmlns:a16="http://schemas.microsoft.com/office/drawing/2014/main" id="{25D9E260-D654-D321-B50B-87BE872CF3FF}"/>
              </a:ext>
            </a:extLst>
          </p:cNvPr>
          <p:cNvSpPr/>
          <p:nvPr/>
        </p:nvSpPr>
        <p:spPr>
          <a:xfrm>
            <a:off x="0" y="5875866"/>
            <a:ext cx="2726267" cy="762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お知らせを追加機能</a:t>
            </a:r>
            <a:endParaRPr kumimoji="1" lang="ja-JP" altLang="en-US" dirty="0"/>
          </a:p>
        </p:txBody>
      </p:sp>
      <p:sp>
        <p:nvSpPr>
          <p:cNvPr id="24" name="正方形/長方形 23">
            <a:extLst>
              <a:ext uri="{FF2B5EF4-FFF2-40B4-BE49-F238E27FC236}">
                <a16:creationId xmlns:a16="http://schemas.microsoft.com/office/drawing/2014/main" id="{A897C9F9-F765-3560-1699-F214488255E8}"/>
              </a:ext>
            </a:extLst>
          </p:cNvPr>
          <p:cNvSpPr/>
          <p:nvPr/>
        </p:nvSpPr>
        <p:spPr>
          <a:xfrm>
            <a:off x="-4" y="0"/>
            <a:ext cx="2726267" cy="762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予定表</a:t>
            </a:r>
            <a:endParaRPr kumimoji="1" lang="ja-JP" altLang="en-US" dirty="0"/>
          </a:p>
        </p:txBody>
      </p:sp>
      <p:sp>
        <p:nvSpPr>
          <p:cNvPr id="2" name="正方形/長方形 1">
            <a:extLst>
              <a:ext uri="{FF2B5EF4-FFF2-40B4-BE49-F238E27FC236}">
                <a16:creationId xmlns:a16="http://schemas.microsoft.com/office/drawing/2014/main" id="{62FB811C-AC99-12FD-E501-9CDAAE173240}"/>
              </a:ext>
            </a:extLst>
          </p:cNvPr>
          <p:cNvSpPr/>
          <p:nvPr/>
        </p:nvSpPr>
        <p:spPr>
          <a:xfrm>
            <a:off x="2726263" y="0"/>
            <a:ext cx="9465737" cy="6858000"/>
          </a:xfrm>
          <a:prstGeom prst="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正方形/長方形 4">
            <a:extLst>
              <a:ext uri="{FF2B5EF4-FFF2-40B4-BE49-F238E27FC236}">
                <a16:creationId xmlns:a16="http://schemas.microsoft.com/office/drawing/2014/main" id="{55A95D77-B320-8744-AFF3-DD1978D9132E}"/>
              </a:ext>
            </a:extLst>
          </p:cNvPr>
          <p:cNvSpPr/>
          <p:nvPr/>
        </p:nvSpPr>
        <p:spPr>
          <a:xfrm>
            <a:off x="2726263" y="762000"/>
            <a:ext cx="9601204" cy="609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ここにはそれぞれの項目のものを表示する</a:t>
            </a:r>
          </a:p>
        </p:txBody>
      </p:sp>
      <p:sp>
        <p:nvSpPr>
          <p:cNvPr id="9" name="正方形/長方形 8">
            <a:extLst>
              <a:ext uri="{FF2B5EF4-FFF2-40B4-BE49-F238E27FC236}">
                <a16:creationId xmlns:a16="http://schemas.microsoft.com/office/drawing/2014/main" id="{47EA7349-18F8-6371-AB05-523AE0335FFC}"/>
              </a:ext>
            </a:extLst>
          </p:cNvPr>
          <p:cNvSpPr/>
          <p:nvPr/>
        </p:nvSpPr>
        <p:spPr>
          <a:xfrm>
            <a:off x="11226800" y="0"/>
            <a:ext cx="965200" cy="762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ログイン画面に戻る</a:t>
            </a:r>
          </a:p>
        </p:txBody>
      </p:sp>
      <p:sp>
        <p:nvSpPr>
          <p:cNvPr id="6" name="正方形/長方形 5">
            <a:extLst>
              <a:ext uri="{FF2B5EF4-FFF2-40B4-BE49-F238E27FC236}">
                <a16:creationId xmlns:a16="http://schemas.microsoft.com/office/drawing/2014/main" id="{51D5D33D-C1EC-E66E-6510-584A3EACD007}"/>
              </a:ext>
            </a:extLst>
          </p:cNvPr>
          <p:cNvSpPr/>
          <p:nvPr/>
        </p:nvSpPr>
        <p:spPr>
          <a:xfrm>
            <a:off x="5689596" y="160867"/>
            <a:ext cx="3539067" cy="541866"/>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お知らせ</a:t>
            </a:r>
          </a:p>
        </p:txBody>
      </p:sp>
      <p:sp>
        <p:nvSpPr>
          <p:cNvPr id="7" name="正方形/長方形 6">
            <a:extLst>
              <a:ext uri="{FF2B5EF4-FFF2-40B4-BE49-F238E27FC236}">
                <a16:creationId xmlns:a16="http://schemas.microsoft.com/office/drawing/2014/main" id="{02E1B1CE-201B-FE19-FA67-6821BB871F37}"/>
              </a:ext>
            </a:extLst>
          </p:cNvPr>
          <p:cNvSpPr/>
          <p:nvPr/>
        </p:nvSpPr>
        <p:spPr>
          <a:xfrm>
            <a:off x="3259667" y="1202268"/>
            <a:ext cx="8449733" cy="4673598"/>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新郎側に対してのお知らせを知る場所</a:t>
            </a:r>
          </a:p>
        </p:txBody>
      </p:sp>
    </p:spTree>
    <p:extLst>
      <p:ext uri="{BB962C8B-B14F-4D97-AF65-F5344CB8AC3E}">
        <p14:creationId xmlns:p14="http://schemas.microsoft.com/office/powerpoint/2010/main" val="1937391303"/>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116</TotalTime>
  <Words>975</Words>
  <Application>Microsoft Office PowerPoint</Application>
  <PresentationFormat>ワイド画面</PresentationFormat>
  <Paragraphs>225</Paragraphs>
  <Slides>11</Slides>
  <Notes>10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11</vt:i4>
      </vt:variant>
    </vt:vector>
  </HeadingPairs>
  <TitlesOfParts>
    <vt:vector size="15" baseType="lpstr">
      <vt:lpstr>游ゴシック</vt:lpstr>
      <vt:lpstr>游ゴシック Light</vt:lpstr>
      <vt:lpstr>Arial</vt:lpstr>
      <vt:lpstr>Office テーマ</vt:lpstr>
      <vt:lpstr>プランナーサイトマップ</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律依 幸地</dc:creator>
  <cp:lastModifiedBy>律依 幸地</cp:lastModifiedBy>
  <cp:revision>1</cp:revision>
  <dcterms:created xsi:type="dcterms:W3CDTF">2026-07-28T00:41:34Z</dcterms:created>
  <dcterms:modified xsi:type="dcterms:W3CDTF">2026-08-07T00:15:06Z</dcterms:modified>
</cp:coreProperties>
</file>