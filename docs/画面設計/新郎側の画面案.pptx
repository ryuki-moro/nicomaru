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63" r:id="rId4"/>
    <p:sldId id="262" r:id="rId5"/>
    <p:sldId id="258" r:id="rId6"/>
    <p:sldId id="260" r:id="rId7"/>
    <p:sldId id="261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40506" autoAdjust="0"/>
  </p:normalViewPr>
  <p:slideViewPr>
    <p:cSldViewPr snapToGrid="0">
      <p:cViewPr>
        <p:scale>
          <a:sx n="33" d="100"/>
          <a:sy n="33" d="100"/>
        </p:scale>
        <p:origin x="3154" y="19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律依 幸地" userId="70031b1dadd52161" providerId="LiveId" clId="{ACE4732E-73EA-456C-988B-A8C2769C457D}"/>
    <pc:docChg chg="modSld">
      <pc:chgData name="律依 幸地" userId="70031b1dadd52161" providerId="LiveId" clId="{ACE4732E-73EA-456C-988B-A8C2769C457D}" dt="2026-07-27T07:29:12.829" v="19" actId="20577"/>
      <pc:docMkLst>
        <pc:docMk/>
      </pc:docMkLst>
      <pc:sldChg chg="modNotesTx">
        <pc:chgData name="律依 幸地" userId="70031b1dadd52161" providerId="LiveId" clId="{ACE4732E-73EA-456C-988B-A8C2769C457D}" dt="2026-07-27T07:29:12.829" v="19" actId="20577"/>
        <pc:sldMkLst>
          <pc:docMk/>
          <pc:sldMk cId="351869909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8A5E8-D942-44C8-ABAC-C1B8059F3260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8F821-6F43-4FF3-9541-2237C7AFC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27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ログイン画面（初回のみ）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次回からパスワードを入力したら可能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669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5A83-AD86-5127-AEAD-3C15840E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7A7AFC-AAB0-42DB-D04E-985F14F7D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BADE26-6B0B-13D8-D384-32CDF462A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ログイン画面（初回のみ）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次回からパスワードを入力したら可能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491854-0281-48BF-F1A5-2A9E08924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104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初回のログインが住んでいる場合、パスワードを入力してホーム画面に遷移する</a:t>
            </a:r>
            <a:endParaRPr kumimoji="1" lang="en-US" altLang="ja-JP" dirty="0"/>
          </a:p>
          <a:p>
            <a:r>
              <a:rPr kumimoji="1" lang="ja-JP" altLang="en-US" dirty="0"/>
              <a:t>この画面ではパスワードの入力の可、不可のみを判断する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パスワード</a:t>
            </a:r>
            <a:endParaRPr kumimoji="1" lang="en-US" altLang="ja-JP" dirty="0"/>
          </a:p>
          <a:p>
            <a:r>
              <a:rPr kumimoji="1" lang="ja-JP" altLang="en-US" dirty="0"/>
              <a:t>　　</a:t>
            </a:r>
            <a:r>
              <a:rPr kumimoji="1" lang="en-US" altLang="ja-JP" dirty="0"/>
              <a:t>	</a:t>
            </a:r>
            <a:r>
              <a:rPr kumimoji="1" lang="ja-JP" altLang="en-US" dirty="0"/>
              <a:t>・可ならホーム画面に進む</a:t>
            </a:r>
            <a:endParaRPr kumimoji="1" lang="en-US" altLang="ja-JP" dirty="0"/>
          </a:p>
          <a:p>
            <a:r>
              <a:rPr kumimoji="1" lang="en-US" altLang="ja-JP" dirty="0"/>
              <a:t>	</a:t>
            </a:r>
            <a:r>
              <a:rPr kumimoji="1" lang="ja-JP" altLang="en-US" dirty="0"/>
              <a:t>・不可なら、再度パスワードの入力を求める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209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ホームページ</a:t>
            </a:r>
            <a:endParaRPr kumimoji="1" lang="en-US" altLang="ja-JP" dirty="0"/>
          </a:p>
          <a:p>
            <a:r>
              <a:rPr kumimoji="1" lang="ja-JP" altLang="en-US" dirty="0"/>
              <a:t>メニューボタンをおすとドロワーメニューでその中に</a:t>
            </a:r>
            <a:endParaRPr kumimoji="1" lang="en-US" altLang="ja-JP" dirty="0"/>
          </a:p>
          <a:p>
            <a:r>
              <a:rPr kumimoji="1" lang="ja-JP" altLang="en-US" dirty="0"/>
              <a:t>・アカウント（遷移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・お知らせ　（遷移）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AI</a:t>
            </a:r>
            <a:r>
              <a:rPr kumimoji="1" lang="ja-JP" altLang="en-US" dirty="0"/>
              <a:t>（のなんとか）</a:t>
            </a:r>
            <a:endParaRPr kumimoji="1" lang="en-US" altLang="ja-JP" dirty="0"/>
          </a:p>
          <a:p>
            <a:r>
              <a:rPr kumimoji="1" lang="ja-JP" altLang="en-US" dirty="0"/>
              <a:t>・課題提出物一覧</a:t>
            </a:r>
            <a:endParaRPr kumimoji="1" lang="en-US" altLang="ja-JP" dirty="0"/>
          </a:p>
          <a:p>
            <a:r>
              <a:rPr kumimoji="1" lang="ja-JP" altLang="en-US" dirty="0"/>
              <a:t>　　→タップした課題の詳細画面に遷移（送信：提出）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とりあえず全機能にアクセスできる</a:t>
            </a:r>
            <a:endParaRPr kumimoji="1" lang="en-US" altLang="ja-JP" dirty="0"/>
          </a:p>
          <a:p>
            <a:endParaRPr kumimoji="1" lang="en-US" altLang="ja-JP" dirty="0">
              <a:solidFill>
                <a:srgbClr val="C00000"/>
              </a:solidFill>
            </a:endParaRPr>
          </a:p>
          <a:p>
            <a:endParaRPr kumimoji="1" lang="en-US" altLang="ja-JP" dirty="0">
              <a:solidFill>
                <a:srgbClr val="C00000"/>
              </a:solidFill>
            </a:endParaRPr>
          </a:p>
          <a:p>
            <a:r>
              <a:rPr kumimoji="1" lang="ja-JP" altLang="en-US" dirty="0">
                <a:solidFill>
                  <a:srgbClr val="C00000"/>
                </a:solidFill>
              </a:rPr>
              <a:t>追加する予定のこと</a:t>
            </a:r>
            <a:endParaRPr kumimoji="1" lang="en-US" altLang="ja-JP" dirty="0">
              <a:solidFill>
                <a:srgbClr val="C00000"/>
              </a:solidFill>
            </a:endParaRPr>
          </a:p>
          <a:p>
            <a:r>
              <a:rPr kumimoji="1" lang="ja-JP" altLang="en-US" dirty="0">
                <a:solidFill>
                  <a:srgbClr val="C00000"/>
                </a:solidFill>
              </a:rPr>
              <a:t>フッターに</a:t>
            </a:r>
            <a:r>
              <a:rPr kumimoji="1" lang="en-US" altLang="ja-JP" dirty="0">
                <a:solidFill>
                  <a:srgbClr val="C00000"/>
                </a:solidFill>
              </a:rPr>
              <a:t>AI</a:t>
            </a:r>
            <a:r>
              <a:rPr kumimoji="1" lang="ja-JP" altLang="en-US" dirty="0">
                <a:solidFill>
                  <a:srgbClr val="C00000"/>
                </a:solidFill>
              </a:rPr>
              <a:t>の機能を追加する予定</a:t>
            </a:r>
            <a:endParaRPr kumimoji="1" lang="en-US" altLang="ja-JP" dirty="0">
              <a:solidFill>
                <a:srgbClr val="C00000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97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F249-082A-AD68-7E33-5CD3575F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6E124-FC92-ECC6-7BC7-320051799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B80DCB0-519F-6F74-858E-1A8D06E56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ホームページ（お知らせ）</a:t>
            </a:r>
            <a:endParaRPr kumimoji="1" lang="en-US" altLang="ja-JP" dirty="0"/>
          </a:p>
          <a:p>
            <a:r>
              <a:rPr kumimoji="1" lang="ja-JP" altLang="en-US" dirty="0"/>
              <a:t>お知らせボタンを押すと、ドロワーメニューがでてきてそのなかに</a:t>
            </a:r>
            <a:endParaRPr kumimoji="1" lang="en-US" altLang="ja-JP" dirty="0"/>
          </a:p>
          <a:p>
            <a:r>
              <a:rPr kumimoji="1" lang="ja-JP" altLang="en-US" dirty="0"/>
              <a:t>・新規のお知らせ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ホームページ（アカウント）</a:t>
            </a:r>
            <a:endParaRPr kumimoji="1" lang="en-US" altLang="ja-JP" dirty="0"/>
          </a:p>
          <a:p>
            <a:r>
              <a:rPr kumimoji="1" lang="ja-JP" altLang="en-US" dirty="0"/>
              <a:t>アカウントボタンを押すと、ドロワーメニューがでてきてそのなかに</a:t>
            </a:r>
            <a:endParaRPr kumimoji="1" lang="en-US" altLang="ja-JP" dirty="0"/>
          </a:p>
          <a:p>
            <a:r>
              <a:rPr kumimoji="1" lang="ja-JP" altLang="en-US" dirty="0"/>
              <a:t>・パスワード再設定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3D739D-8777-4C54-3238-DFE2643FF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152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アカウントボタンを押した際の遷移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8F821-6F43-4FF3-9541-2237C7AFCAA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64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70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17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01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21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358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13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5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92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88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78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04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FC8E8-C566-425A-B1C3-E8CC1400D4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79B58-1439-417F-B1BB-5B54247B99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60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639540-F851-0992-B2F6-EC0015BA9BE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4799013"/>
            <a:ext cx="6248400" cy="1343025"/>
          </a:xfrm>
        </p:spPr>
        <p:txBody>
          <a:bodyPr/>
          <a:lstStyle/>
          <a:p>
            <a:r>
              <a:rPr kumimoji="1" lang="ja-JP" altLang="en-US" dirty="0"/>
              <a:t>　　</a:t>
            </a:r>
            <a:r>
              <a:rPr lang="ja-JP" altLang="en-US" dirty="0"/>
              <a:t>利用側</a:t>
            </a:r>
            <a:r>
              <a:rPr kumimoji="1" lang="ja-JP" altLang="en-US" dirty="0"/>
              <a:t>の画面イメージ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582D63-6B6C-7682-55EF-E6EE64C2B97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6192838"/>
            <a:ext cx="5143500" cy="931862"/>
          </a:xfrm>
        </p:spPr>
        <p:txBody>
          <a:bodyPr/>
          <a:lstStyle/>
          <a:p>
            <a:r>
              <a:rPr lang="ja-JP" altLang="en-US" dirty="0"/>
              <a:t>　　　　　　作幸地＆雄太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309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D7C08C-EAD9-133C-1DF7-04FB92CB07C7}"/>
              </a:ext>
            </a:extLst>
          </p:cNvPr>
          <p:cNvSpPr/>
          <p:nvPr/>
        </p:nvSpPr>
        <p:spPr>
          <a:xfrm>
            <a:off x="695124" y="3006036"/>
            <a:ext cx="4623690" cy="4713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/>
              <a:t>初めての方（ちっさく）</a:t>
            </a:r>
            <a:endParaRPr lang="en-US" altLang="ja-JP" sz="2800" dirty="0"/>
          </a:p>
          <a:p>
            <a:pPr algn="ctr"/>
            <a:r>
              <a:rPr lang="ja-JP" altLang="en-US" sz="2800" dirty="0"/>
              <a:t>↓</a:t>
            </a:r>
            <a:endParaRPr lang="en-US" altLang="ja-JP" sz="2800" dirty="0"/>
          </a:p>
          <a:p>
            <a:pPr algn="ctr"/>
            <a:r>
              <a:rPr lang="ja-JP" altLang="en-US" sz="2800" dirty="0"/>
              <a:t>新規アカウント作成</a:t>
            </a:r>
            <a:endParaRPr lang="en-US" altLang="ja-JP" sz="2800" dirty="0"/>
          </a:p>
          <a:p>
            <a:pPr algn="ctr"/>
            <a:r>
              <a:rPr lang="ja-JP" altLang="en-US" sz="2800" dirty="0"/>
              <a:t>・</a:t>
            </a:r>
            <a:endParaRPr lang="en-US" altLang="ja-JP" sz="2800" dirty="0"/>
          </a:p>
          <a:p>
            <a:pPr algn="ctr"/>
            <a:r>
              <a:rPr lang="ja-JP" altLang="en-US" sz="2800" dirty="0"/>
              <a:t>アカウント変更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025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6288-CCA4-0749-30CD-19A981447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0FF2B94-2E23-40CF-9E14-D97DB970D991}"/>
              </a:ext>
            </a:extLst>
          </p:cNvPr>
          <p:cNvSpPr/>
          <p:nvPr/>
        </p:nvSpPr>
        <p:spPr>
          <a:xfrm>
            <a:off x="1117155" y="3498404"/>
            <a:ext cx="4623690" cy="4713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ログイン画面</a:t>
            </a:r>
            <a:endParaRPr lang="en-US" altLang="ja-JP" sz="4000" dirty="0"/>
          </a:p>
          <a:p>
            <a:pPr algn="ctr"/>
            <a:r>
              <a:rPr lang="ja-JP" altLang="en-US" sz="4000" dirty="0"/>
              <a:t>メールアドレス</a:t>
            </a:r>
            <a:endParaRPr lang="en-US" altLang="ja-JP" sz="4000" dirty="0"/>
          </a:p>
          <a:p>
            <a:pPr algn="ctr"/>
            <a:r>
              <a:rPr lang="ja-JP" altLang="en-US" sz="4000" dirty="0"/>
              <a:t>名前</a:t>
            </a:r>
            <a:endParaRPr lang="en-US" altLang="ja-JP" sz="4000" dirty="0"/>
          </a:p>
          <a:p>
            <a:pPr algn="ctr"/>
            <a:r>
              <a:rPr lang="ja-JP" altLang="en-US" sz="4000" dirty="0"/>
              <a:t>パスワードを登録</a:t>
            </a:r>
            <a:endParaRPr lang="en-US" altLang="ja-JP" sz="4000" dirty="0"/>
          </a:p>
          <a:p>
            <a:pPr algn="ctr"/>
            <a:endParaRPr lang="en-US" altLang="ja-JP" sz="1013" dirty="0"/>
          </a:p>
        </p:txBody>
      </p:sp>
    </p:spTree>
    <p:extLst>
      <p:ext uri="{BB962C8B-B14F-4D97-AF65-F5344CB8AC3E}">
        <p14:creationId xmlns:p14="http://schemas.microsoft.com/office/powerpoint/2010/main" val="97857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4BF1C74-8177-7FA5-AB96-F9025C969296}"/>
              </a:ext>
            </a:extLst>
          </p:cNvPr>
          <p:cNvSpPr/>
          <p:nvPr/>
        </p:nvSpPr>
        <p:spPr>
          <a:xfrm>
            <a:off x="1576753" y="3704492"/>
            <a:ext cx="3704493" cy="29776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パスワード入力</a:t>
            </a:r>
          </a:p>
        </p:txBody>
      </p:sp>
    </p:spTree>
    <p:extLst>
      <p:ext uri="{BB962C8B-B14F-4D97-AF65-F5344CB8AC3E}">
        <p14:creationId xmlns:p14="http://schemas.microsoft.com/office/powerpoint/2010/main" val="257115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32383F-E800-2051-66B5-A51E822623C9}"/>
              </a:ext>
            </a:extLst>
          </p:cNvPr>
          <p:cNvSpPr/>
          <p:nvPr/>
        </p:nvSpPr>
        <p:spPr>
          <a:xfrm>
            <a:off x="0" y="492369"/>
            <a:ext cx="685800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ヘッダー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ABADCC-7BA1-9570-57A6-B328634F83E2}"/>
              </a:ext>
            </a:extLst>
          </p:cNvPr>
          <p:cNvSpPr/>
          <p:nvPr/>
        </p:nvSpPr>
        <p:spPr>
          <a:xfrm>
            <a:off x="0" y="1793631"/>
            <a:ext cx="6858000" cy="13012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結婚式までの残り日数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CF4476-F364-FF58-08D2-701AAA222143}"/>
              </a:ext>
            </a:extLst>
          </p:cNvPr>
          <p:cNvSpPr/>
          <p:nvPr/>
        </p:nvSpPr>
        <p:spPr>
          <a:xfrm>
            <a:off x="0" y="492369"/>
            <a:ext cx="1512277" cy="1301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メニュー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EA68CB-C28C-BC42-CBE3-0D9E0AB08EBE}"/>
              </a:ext>
            </a:extLst>
          </p:cNvPr>
          <p:cNvSpPr/>
          <p:nvPr/>
        </p:nvSpPr>
        <p:spPr>
          <a:xfrm>
            <a:off x="5345723" y="492369"/>
            <a:ext cx="1512277" cy="1301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お知らせ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AF3871-3396-65CA-3D51-F1C51BBA7CB6}"/>
              </a:ext>
            </a:extLst>
          </p:cNvPr>
          <p:cNvSpPr/>
          <p:nvPr/>
        </p:nvSpPr>
        <p:spPr>
          <a:xfrm>
            <a:off x="3657600" y="492369"/>
            <a:ext cx="1512277" cy="1301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アカウント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5F6B523-820E-930C-17B2-294EE44FF255}"/>
              </a:ext>
            </a:extLst>
          </p:cNvPr>
          <p:cNvSpPr/>
          <p:nvPr/>
        </p:nvSpPr>
        <p:spPr>
          <a:xfrm>
            <a:off x="0" y="10398369"/>
            <a:ext cx="6858000" cy="1793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フッター（固定表示）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187E56-0AE3-8CDF-845B-008047B9B2D5}"/>
              </a:ext>
            </a:extLst>
          </p:cNvPr>
          <p:cNvSpPr/>
          <p:nvPr/>
        </p:nvSpPr>
        <p:spPr>
          <a:xfrm>
            <a:off x="246185" y="3921369"/>
            <a:ext cx="636563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課題　期限順に表示と提出状況の確認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7390745-9BE3-9ECE-9F4B-AC0ACF5AD9D6}"/>
              </a:ext>
            </a:extLst>
          </p:cNvPr>
          <p:cNvSpPr/>
          <p:nvPr/>
        </p:nvSpPr>
        <p:spPr>
          <a:xfrm>
            <a:off x="246183" y="6195646"/>
            <a:ext cx="636563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課題　期限順に表示と提出状況の確認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5B52C5F-4D57-4D8B-4527-B7504EDBDFB3}"/>
              </a:ext>
            </a:extLst>
          </p:cNvPr>
          <p:cNvSpPr/>
          <p:nvPr/>
        </p:nvSpPr>
        <p:spPr>
          <a:xfrm>
            <a:off x="246184" y="8033238"/>
            <a:ext cx="636563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課題　期限順に表示と提出状況の確認</a:t>
            </a:r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CACDB05-649D-6FE7-866C-57EDDBFB1389}"/>
              </a:ext>
            </a:extLst>
          </p:cNvPr>
          <p:cNvSpPr/>
          <p:nvPr/>
        </p:nvSpPr>
        <p:spPr>
          <a:xfrm>
            <a:off x="246185" y="3320561"/>
            <a:ext cx="4237892" cy="60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課題：残り〇〇個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12E2FBE-A7A2-8660-BEB6-B70BA59D5551}"/>
              </a:ext>
            </a:extLst>
          </p:cNvPr>
          <p:cNvSpPr/>
          <p:nvPr/>
        </p:nvSpPr>
        <p:spPr>
          <a:xfrm>
            <a:off x="5345722" y="8033238"/>
            <a:ext cx="1266091" cy="13012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詳細遷移ボタン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90CC687-CFFF-AF4D-8D99-F82BAE4D7E98}"/>
              </a:ext>
            </a:extLst>
          </p:cNvPr>
          <p:cNvSpPr/>
          <p:nvPr/>
        </p:nvSpPr>
        <p:spPr>
          <a:xfrm>
            <a:off x="5468815" y="6195646"/>
            <a:ext cx="1266091" cy="13012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詳細遷移ボタン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518D93A-F938-5777-4611-ED958B5FF124}"/>
              </a:ext>
            </a:extLst>
          </p:cNvPr>
          <p:cNvSpPr/>
          <p:nvPr/>
        </p:nvSpPr>
        <p:spPr>
          <a:xfrm>
            <a:off x="5345723" y="3921369"/>
            <a:ext cx="1266091" cy="13012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詳細遷移ボタン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9ABDB2C-2A75-8F16-4CEB-9A47191F5F4A}"/>
              </a:ext>
            </a:extLst>
          </p:cNvPr>
          <p:cNvSpPr/>
          <p:nvPr/>
        </p:nvSpPr>
        <p:spPr>
          <a:xfrm>
            <a:off x="246185" y="5635870"/>
            <a:ext cx="4237892" cy="6008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締め切り：残り</a:t>
            </a:r>
            <a:r>
              <a:rPr kumimoji="1" lang="ja-JP" altLang="en-US" dirty="0">
                <a:solidFill>
                  <a:srgbClr val="FF0000"/>
                </a:solidFill>
              </a:rPr>
              <a:t>日数</a:t>
            </a:r>
            <a:r>
              <a:rPr kumimoji="1" lang="ja-JP" altLang="en-US" dirty="0"/>
              <a:t>（色の変化あり）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A273DBF-72BD-61B2-551D-6170705A2A8A}"/>
              </a:ext>
            </a:extLst>
          </p:cNvPr>
          <p:cNvSpPr/>
          <p:nvPr/>
        </p:nvSpPr>
        <p:spPr>
          <a:xfrm>
            <a:off x="175846" y="7416313"/>
            <a:ext cx="4237892" cy="6008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締め切り：残り</a:t>
            </a:r>
            <a:r>
              <a:rPr kumimoji="1" lang="ja-JP" altLang="en-US" dirty="0">
                <a:solidFill>
                  <a:srgbClr val="FF0000"/>
                </a:solidFill>
              </a:rPr>
              <a:t>日数</a:t>
            </a:r>
            <a:r>
              <a:rPr kumimoji="1" lang="ja-JP" altLang="en-US" dirty="0"/>
              <a:t>（色の変化あり）</a:t>
            </a: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B635D83C-1502-92FC-1F83-9E9CB671B8C1}"/>
              </a:ext>
            </a:extLst>
          </p:cNvPr>
          <p:cNvSpPr/>
          <p:nvPr/>
        </p:nvSpPr>
        <p:spPr>
          <a:xfrm>
            <a:off x="2708029" y="9448065"/>
            <a:ext cx="1899141" cy="860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スクロール可能</a:t>
            </a:r>
          </a:p>
        </p:txBody>
      </p:sp>
    </p:spTree>
    <p:extLst>
      <p:ext uri="{BB962C8B-B14F-4D97-AF65-F5344CB8AC3E}">
        <p14:creationId xmlns:p14="http://schemas.microsoft.com/office/powerpoint/2010/main" val="223646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67B1-2515-C14B-4156-CB252D46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BD7DE6-719F-8D9B-B37C-1512F7226D5D}"/>
              </a:ext>
            </a:extLst>
          </p:cNvPr>
          <p:cNvSpPr/>
          <p:nvPr/>
        </p:nvSpPr>
        <p:spPr>
          <a:xfrm>
            <a:off x="0" y="492369"/>
            <a:ext cx="685800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ヘッダー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F9F6BA-ECB8-70DC-E7F4-14B57A4E70D5}"/>
              </a:ext>
            </a:extLst>
          </p:cNvPr>
          <p:cNvSpPr/>
          <p:nvPr/>
        </p:nvSpPr>
        <p:spPr>
          <a:xfrm>
            <a:off x="0" y="1793631"/>
            <a:ext cx="6858000" cy="13012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結婚式までの残り日数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8A3240-0489-F5C2-3C38-6176610A966B}"/>
              </a:ext>
            </a:extLst>
          </p:cNvPr>
          <p:cNvSpPr/>
          <p:nvPr/>
        </p:nvSpPr>
        <p:spPr>
          <a:xfrm>
            <a:off x="0" y="492369"/>
            <a:ext cx="1512277" cy="1301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メニュー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71AD54A-B6A7-CF46-0867-0449E59F3949}"/>
              </a:ext>
            </a:extLst>
          </p:cNvPr>
          <p:cNvSpPr/>
          <p:nvPr/>
        </p:nvSpPr>
        <p:spPr>
          <a:xfrm>
            <a:off x="5345723" y="492369"/>
            <a:ext cx="1512277" cy="1301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お知らせ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E2714C3-4B5B-F48A-05BF-96C2C2840154}"/>
              </a:ext>
            </a:extLst>
          </p:cNvPr>
          <p:cNvSpPr/>
          <p:nvPr/>
        </p:nvSpPr>
        <p:spPr>
          <a:xfrm>
            <a:off x="3657600" y="492369"/>
            <a:ext cx="1512277" cy="13012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アカウント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3C2783-34BD-803F-05AC-DB895D79FF24}"/>
              </a:ext>
            </a:extLst>
          </p:cNvPr>
          <p:cNvSpPr/>
          <p:nvPr/>
        </p:nvSpPr>
        <p:spPr>
          <a:xfrm>
            <a:off x="0" y="10398369"/>
            <a:ext cx="6858000" cy="1793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フッター（固定表示）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BDDFA7F-3284-4472-EE7E-B00D183ABF7D}"/>
              </a:ext>
            </a:extLst>
          </p:cNvPr>
          <p:cNvSpPr/>
          <p:nvPr/>
        </p:nvSpPr>
        <p:spPr>
          <a:xfrm>
            <a:off x="246185" y="3921369"/>
            <a:ext cx="636563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課題　期限順に表示と提出状況の確認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060BE24-121E-17BA-1715-0BE5D8BD33F0}"/>
              </a:ext>
            </a:extLst>
          </p:cNvPr>
          <p:cNvSpPr/>
          <p:nvPr/>
        </p:nvSpPr>
        <p:spPr>
          <a:xfrm>
            <a:off x="246183" y="6195646"/>
            <a:ext cx="636563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課題　期限順に表示と提出状況の確認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87EE2E9-F081-5A9B-EDA6-13E70EC85B40}"/>
              </a:ext>
            </a:extLst>
          </p:cNvPr>
          <p:cNvSpPr/>
          <p:nvPr/>
        </p:nvSpPr>
        <p:spPr>
          <a:xfrm>
            <a:off x="246184" y="8033238"/>
            <a:ext cx="6365630" cy="1301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課題　期限順に表示と提出状況の確認</a:t>
            </a:r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4EF795B-899A-F183-252F-8E8055E0E331}"/>
              </a:ext>
            </a:extLst>
          </p:cNvPr>
          <p:cNvSpPr/>
          <p:nvPr/>
        </p:nvSpPr>
        <p:spPr>
          <a:xfrm>
            <a:off x="246185" y="3320561"/>
            <a:ext cx="4237892" cy="60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課題：残り〇〇個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76702FB-A623-FC8E-B375-E21B443D9BBD}"/>
              </a:ext>
            </a:extLst>
          </p:cNvPr>
          <p:cNvSpPr/>
          <p:nvPr/>
        </p:nvSpPr>
        <p:spPr>
          <a:xfrm>
            <a:off x="5345722" y="8033238"/>
            <a:ext cx="1266091" cy="13012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詳細遷移ボタン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D4DC76C-35CD-43A0-3CD6-50211D7D1DBC}"/>
              </a:ext>
            </a:extLst>
          </p:cNvPr>
          <p:cNvSpPr/>
          <p:nvPr/>
        </p:nvSpPr>
        <p:spPr>
          <a:xfrm>
            <a:off x="5468815" y="6195646"/>
            <a:ext cx="1266091" cy="13012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詳細遷移ボタン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AC8F8D5-5C62-B420-C0AD-D125610FCF16}"/>
              </a:ext>
            </a:extLst>
          </p:cNvPr>
          <p:cNvSpPr/>
          <p:nvPr/>
        </p:nvSpPr>
        <p:spPr>
          <a:xfrm>
            <a:off x="5345723" y="3921369"/>
            <a:ext cx="1266091" cy="130126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詳細遷移ボタン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B6B1259-0466-AF7D-BD32-0DE121BF7792}"/>
              </a:ext>
            </a:extLst>
          </p:cNvPr>
          <p:cNvSpPr/>
          <p:nvPr/>
        </p:nvSpPr>
        <p:spPr>
          <a:xfrm>
            <a:off x="246185" y="5635870"/>
            <a:ext cx="4237892" cy="6008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締め切り：残り</a:t>
            </a:r>
            <a:r>
              <a:rPr kumimoji="1" lang="ja-JP" altLang="en-US" dirty="0">
                <a:solidFill>
                  <a:srgbClr val="FF0000"/>
                </a:solidFill>
              </a:rPr>
              <a:t>日数</a:t>
            </a:r>
            <a:r>
              <a:rPr kumimoji="1" lang="ja-JP" altLang="en-US" dirty="0"/>
              <a:t>（色の変化あり）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41213E3-E2A3-2296-9052-FC5234A29326}"/>
              </a:ext>
            </a:extLst>
          </p:cNvPr>
          <p:cNvSpPr/>
          <p:nvPr/>
        </p:nvSpPr>
        <p:spPr>
          <a:xfrm>
            <a:off x="175846" y="7416313"/>
            <a:ext cx="4237892" cy="6008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締め切り：残り</a:t>
            </a:r>
            <a:r>
              <a:rPr kumimoji="1" lang="ja-JP" altLang="en-US" dirty="0">
                <a:solidFill>
                  <a:srgbClr val="FF0000"/>
                </a:solidFill>
              </a:rPr>
              <a:t>日数</a:t>
            </a:r>
            <a:r>
              <a:rPr kumimoji="1" lang="ja-JP" altLang="en-US" dirty="0"/>
              <a:t>（色の変化あり）</a:t>
            </a: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B7549497-ED70-1431-85AA-847B6400B5DF}"/>
              </a:ext>
            </a:extLst>
          </p:cNvPr>
          <p:cNvSpPr/>
          <p:nvPr/>
        </p:nvSpPr>
        <p:spPr>
          <a:xfrm>
            <a:off x="2708029" y="9448065"/>
            <a:ext cx="1899141" cy="860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スクロール可能</a:t>
            </a:r>
          </a:p>
        </p:txBody>
      </p:sp>
    </p:spTree>
    <p:extLst>
      <p:ext uri="{BB962C8B-B14F-4D97-AF65-F5344CB8AC3E}">
        <p14:creationId xmlns:p14="http://schemas.microsoft.com/office/powerpoint/2010/main" val="351869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75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1198</TotalTime>
  <Words>396</Words>
  <Application>Microsoft Office PowerPoint</Application>
  <PresentationFormat>ワイド画面</PresentationFormat>
  <Paragraphs>87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Aptos</vt:lpstr>
      <vt:lpstr>Aptos Display</vt:lpstr>
      <vt:lpstr>Arial</vt:lpstr>
      <vt:lpstr>Office テーマ</vt:lpstr>
      <vt:lpstr>　　利用側の画面イメージ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律依 幸地</dc:creator>
  <cp:lastModifiedBy>律依 幸地</cp:lastModifiedBy>
  <cp:revision>2</cp:revision>
  <dcterms:created xsi:type="dcterms:W3CDTF">2026-07-14T00:37:58Z</dcterms:created>
  <dcterms:modified xsi:type="dcterms:W3CDTF">2026-07-28T00:21:01Z</dcterms:modified>
</cp:coreProperties>
</file>